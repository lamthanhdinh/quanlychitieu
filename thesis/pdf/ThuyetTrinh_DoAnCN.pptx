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1" r:id="rId3"/>
    <p:sldId id="299" r:id="rId4"/>
    <p:sldId id="301" r:id="rId5"/>
    <p:sldId id="302" r:id="rId6"/>
    <p:sldId id="300" r:id="rId7"/>
    <p:sldId id="304" r:id="rId8"/>
    <p:sldId id="308" r:id="rId9"/>
    <p:sldId id="309" r:id="rId10"/>
    <p:sldId id="310" r:id="rId11"/>
    <p:sldId id="286" r:id="rId12"/>
    <p:sldId id="29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211" autoAdjust="0"/>
  </p:normalViewPr>
  <p:slideViewPr>
    <p:cSldViewPr snapToGrid="0" snapToObjects="1">
      <p:cViewPr>
        <p:scale>
          <a:sx n="75" d="100"/>
          <a:sy n="75" d="100"/>
        </p:scale>
        <p:origin x="1666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0FA47-8B15-437F-B746-4611B2E50E7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C3B5-3211-45B9-A75F-21C4D8AB7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6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64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 err="1"/>
              <a:t>ReactJS</a:t>
            </a:r>
            <a:r>
              <a:rPr lang="vi-VN" dirty="0"/>
              <a:t> </a:t>
            </a:r>
            <a:r>
              <a:rPr lang="vi-VN" dirty="0" err="1"/>
              <a:t>đảm</a:t>
            </a:r>
            <a:r>
              <a:rPr lang="vi-VN" dirty="0"/>
              <a:t> </a:t>
            </a:r>
            <a:r>
              <a:rPr lang="vi-VN" dirty="0" err="1"/>
              <a:t>nhiệm</a:t>
            </a:r>
            <a:r>
              <a:rPr lang="vi-VN" dirty="0"/>
              <a:t> </a:t>
            </a:r>
            <a:r>
              <a:rPr lang="vi-VN" dirty="0" err="1"/>
              <a:t>phần</a:t>
            </a:r>
            <a:r>
              <a:rPr lang="vi-VN" dirty="0"/>
              <a:t> giao </a:t>
            </a:r>
            <a:r>
              <a:rPr lang="vi-VN" dirty="0" err="1"/>
              <a:t>diện</a:t>
            </a:r>
            <a:r>
              <a:rPr lang="vi-VN" dirty="0"/>
              <a:t> cho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 thao </a:t>
            </a:r>
            <a:r>
              <a:rPr lang="vi-VN" dirty="0" err="1"/>
              <a:t>tác</a:t>
            </a:r>
            <a:r>
              <a:rPr lang="vi-VN" dirty="0"/>
              <a:t>,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/>
              <a:t>Node.js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nghiệp</a:t>
            </a:r>
            <a:r>
              <a:rPr lang="vi-VN" dirty="0"/>
              <a:t> </a:t>
            </a:r>
            <a:r>
              <a:rPr lang="vi-VN" dirty="0" err="1"/>
              <a:t>vụ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 err="1"/>
              <a:t>MongoDB</a:t>
            </a:r>
            <a:r>
              <a:rPr lang="vi-VN" dirty="0"/>
              <a:t> lưu </a:t>
            </a:r>
            <a:r>
              <a:rPr lang="vi-VN" dirty="0" err="1"/>
              <a:t>trữ</a:t>
            </a:r>
            <a:r>
              <a:rPr lang="vi-VN" dirty="0"/>
              <a:t> thông tin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dirty="0" err="1"/>
              <a:t>tất</a:t>
            </a:r>
            <a:r>
              <a:rPr lang="vi-VN" dirty="0"/>
              <a:t> </a:t>
            </a:r>
            <a:r>
              <a:rPr lang="vi-VN" dirty="0" err="1"/>
              <a:t>cả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triển</a:t>
            </a:r>
            <a:r>
              <a:rPr lang="vi-VN" dirty="0"/>
              <a:t> khai theo mô hình </a:t>
            </a:r>
            <a:r>
              <a:rPr lang="vi-VN" dirty="0" err="1"/>
              <a:t>client</a:t>
            </a:r>
            <a:r>
              <a:rPr lang="vi-VN" dirty="0"/>
              <a:t>–</a:t>
            </a:r>
            <a:r>
              <a:rPr lang="vi-VN" dirty="0" err="1"/>
              <a:t>server</a:t>
            </a:r>
            <a:endParaRPr lang="vi-VN" dirty="0"/>
          </a:p>
          <a:p>
            <a:endParaRPr lang="en-US" dirty="0"/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79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 err="1"/>
              <a:t>Frontend</a:t>
            </a:r>
            <a:r>
              <a:rPr lang="vi-VN" dirty="0"/>
              <a:t> </a:t>
            </a:r>
            <a:r>
              <a:rPr lang="vi-VN" dirty="0" err="1"/>
              <a:t>gửi</a:t>
            </a:r>
            <a:r>
              <a:rPr lang="vi-VN" dirty="0"/>
              <a:t> </a:t>
            </a:r>
            <a:r>
              <a:rPr lang="vi-VN" dirty="0" err="1"/>
              <a:t>request</a:t>
            </a:r>
            <a:r>
              <a:rPr lang="vi-VN" dirty="0"/>
              <a:t> lên </a:t>
            </a:r>
            <a:r>
              <a:rPr lang="vi-VN" dirty="0" err="1"/>
              <a:t>backend</a:t>
            </a:r>
            <a:r>
              <a:rPr lang="vi-VN" dirty="0"/>
              <a:t> thông qua API </a:t>
            </a:r>
            <a:r>
              <a:rPr lang="vi-VN" dirty="0" err="1"/>
              <a:t>Gateway</a:t>
            </a:r>
            <a:r>
              <a:rPr lang="vi-VN" dirty="0"/>
              <a:t>, </a:t>
            </a:r>
            <a:r>
              <a:rPr lang="vi-VN" dirty="0" err="1"/>
              <a:t>backend</a:t>
            </a:r>
            <a:r>
              <a:rPr lang="vi-VN" dirty="0"/>
              <a:t>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nghiệp</a:t>
            </a:r>
            <a:r>
              <a:rPr lang="vi-VN" dirty="0"/>
              <a:t> </a:t>
            </a:r>
            <a:r>
              <a:rPr lang="vi-VN" dirty="0" err="1"/>
              <a:t>vụ</a:t>
            </a:r>
            <a:r>
              <a:rPr lang="vi-VN" dirty="0"/>
              <a:t>, lưu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vi-VN" dirty="0" err="1"/>
              <a:t>vào</a:t>
            </a:r>
            <a:r>
              <a:rPr lang="vi-VN" dirty="0"/>
              <a:t> </a:t>
            </a:r>
            <a:r>
              <a:rPr lang="vi-VN" dirty="0" err="1"/>
              <a:t>MongoDB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gọi</a:t>
            </a:r>
            <a:r>
              <a:rPr lang="vi-VN" dirty="0"/>
              <a:t> AI khi </a:t>
            </a:r>
            <a:r>
              <a:rPr lang="vi-VN" dirty="0" err="1"/>
              <a:t>cần</a:t>
            </a:r>
            <a:r>
              <a:rPr lang="vi-VN" dirty="0"/>
              <a:t> phân </a:t>
            </a:r>
            <a:r>
              <a:rPr lang="vi-VN" dirty="0" err="1"/>
              <a:t>tích</a:t>
            </a:r>
            <a:r>
              <a:rPr lang="vi-V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688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81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32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88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65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11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“Trong tương lai, </a:t>
            </a:r>
            <a:r>
              <a:rPr lang="vi-VN" dirty="0" err="1"/>
              <a:t>hệ</a:t>
            </a:r>
            <a:r>
              <a:rPr lang="vi-VN" dirty="0"/>
              <a:t> </a:t>
            </a:r>
            <a:r>
              <a:rPr lang="vi-VN" dirty="0" err="1"/>
              <a:t>thống</a:t>
            </a:r>
            <a:r>
              <a:rPr lang="vi-VN" dirty="0"/>
              <a:t> </a:t>
            </a:r>
            <a:r>
              <a:rPr lang="vi-VN" dirty="0" err="1"/>
              <a:t>có</a:t>
            </a:r>
            <a:r>
              <a:rPr lang="vi-VN" dirty="0"/>
              <a:t> </a:t>
            </a:r>
            <a:r>
              <a:rPr lang="vi-VN" dirty="0" err="1"/>
              <a:t>thể</a:t>
            </a:r>
            <a:r>
              <a:rPr lang="vi-VN" dirty="0"/>
              <a:t> </a:t>
            </a:r>
            <a:r>
              <a:rPr lang="vi-VN" dirty="0" err="1"/>
              <a:t>mở</a:t>
            </a:r>
            <a:r>
              <a:rPr lang="vi-VN" dirty="0"/>
              <a:t> </a:t>
            </a:r>
            <a:r>
              <a:rPr lang="vi-VN" dirty="0" err="1"/>
              <a:t>rộng</a:t>
            </a:r>
            <a:r>
              <a:rPr lang="vi-VN" dirty="0"/>
              <a:t> thêm </a:t>
            </a:r>
            <a:r>
              <a:rPr lang="vi-VN" dirty="0" err="1"/>
              <a:t>các</a:t>
            </a:r>
            <a:r>
              <a:rPr lang="vi-VN" dirty="0"/>
              <a:t> </a:t>
            </a:r>
            <a:r>
              <a:rPr lang="vi-VN" dirty="0" err="1"/>
              <a:t>tính</a:t>
            </a:r>
            <a:r>
              <a:rPr lang="vi-VN" dirty="0"/>
              <a:t> năng nâng cao như </a:t>
            </a:r>
            <a:r>
              <a:rPr lang="vi-VN" dirty="0" err="1"/>
              <a:t>kết</a:t>
            </a:r>
            <a:r>
              <a:rPr lang="vi-VN" dirty="0"/>
              <a:t> nối ngân </a:t>
            </a:r>
            <a:r>
              <a:rPr lang="vi-VN" dirty="0" err="1"/>
              <a:t>hàng</a:t>
            </a:r>
            <a:r>
              <a:rPr lang="vi-VN" dirty="0"/>
              <a:t>, </a:t>
            </a:r>
            <a:r>
              <a:rPr lang="vi-VN" dirty="0" err="1"/>
              <a:t>phát</a:t>
            </a:r>
            <a:r>
              <a:rPr lang="vi-VN" dirty="0"/>
              <a:t> </a:t>
            </a:r>
            <a:r>
              <a:rPr lang="vi-VN" dirty="0" err="1"/>
              <a:t>triển</a:t>
            </a:r>
            <a:r>
              <a:rPr lang="vi-VN" dirty="0"/>
              <a:t> </a:t>
            </a:r>
            <a:r>
              <a:rPr lang="vi-VN" dirty="0" err="1"/>
              <a:t>mobile</a:t>
            </a:r>
            <a:r>
              <a:rPr lang="vi-VN" dirty="0"/>
              <a:t> </a:t>
            </a:r>
            <a:r>
              <a:rPr lang="vi-VN" dirty="0" err="1"/>
              <a:t>app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cải</a:t>
            </a:r>
            <a:r>
              <a:rPr lang="vi-VN" dirty="0"/>
              <a:t> </a:t>
            </a:r>
            <a:r>
              <a:rPr lang="vi-VN" dirty="0" err="1"/>
              <a:t>thiện</a:t>
            </a:r>
            <a:r>
              <a:rPr lang="vi-VN" dirty="0"/>
              <a:t> </a:t>
            </a:r>
            <a:r>
              <a:rPr lang="vi-VN" dirty="0" err="1"/>
              <a:t>khả</a:t>
            </a:r>
            <a:r>
              <a:rPr lang="vi-VN" dirty="0"/>
              <a:t> năng phân </a:t>
            </a:r>
            <a:r>
              <a:rPr lang="vi-VN" dirty="0" err="1"/>
              <a:t>tích</a:t>
            </a:r>
            <a:r>
              <a:rPr lang="vi-VN" dirty="0"/>
              <a:t> AI.”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AFC3B5-3211-45B9-A75F-21C4D8AB734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3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724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86479"/>
            <a:ext cx="9144000" cy="57152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flipV="1">
            <a:off x="0" y="896536"/>
            <a:ext cx="9144000" cy="8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6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6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6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6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8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91440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 ÁN CHUYÊN NGÀNH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5370"/>
            <a:ext cx="9144000" cy="9144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07299D-16E9-F8B4-C9CC-02E73850C937}"/>
              </a:ext>
            </a:extLst>
          </p:cNvPr>
          <p:cNvSpPr txBox="1"/>
          <p:nvPr/>
        </p:nvSpPr>
        <p:spPr>
          <a:xfrm>
            <a:off x="0" y="2892261"/>
            <a:ext cx="7884160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i="1" dirty="0" err="1">
                <a:latin typeface="+mj-lt"/>
              </a:rPr>
              <a:t>Sinh</a:t>
            </a:r>
            <a:r>
              <a:rPr lang="en-US" sz="2800" b="1" i="1" dirty="0">
                <a:latin typeface="+mj-lt"/>
              </a:rPr>
              <a:t> </a:t>
            </a:r>
            <a:r>
              <a:rPr lang="en-US" sz="2800" b="1" i="1" dirty="0" err="1">
                <a:latin typeface="+mj-lt"/>
              </a:rPr>
              <a:t>viên</a:t>
            </a:r>
            <a:r>
              <a:rPr lang="en-US" sz="2800" b="1" i="1" dirty="0">
                <a:latin typeface="+mj-lt"/>
              </a:rPr>
              <a:t> : </a:t>
            </a:r>
            <a:r>
              <a:rPr lang="en-US" sz="2800" b="1" i="1" dirty="0" err="1">
                <a:latin typeface="+mj-lt"/>
              </a:rPr>
              <a:t>Lâm</a:t>
            </a:r>
            <a:r>
              <a:rPr lang="en-US" sz="2800" b="1" i="1" dirty="0">
                <a:latin typeface="+mj-lt"/>
              </a:rPr>
              <a:t> Thanh </a:t>
            </a:r>
            <a:r>
              <a:rPr lang="en-US" sz="2800" b="1" i="1" dirty="0" err="1">
                <a:latin typeface="+mj-lt"/>
              </a:rPr>
              <a:t>Đỉnh</a:t>
            </a:r>
            <a:r>
              <a:rPr lang="en-US" sz="2800" b="1" i="1" dirty="0">
                <a:latin typeface="+mj-lt"/>
              </a:rPr>
              <a:t> – 110122051 – DA22TTA</a:t>
            </a:r>
          </a:p>
          <a:p>
            <a:pPr>
              <a:lnSpc>
                <a:spcPct val="150000"/>
              </a:lnSpc>
            </a:pPr>
            <a:r>
              <a:rPr lang="en-US" sz="2800" b="1" i="1" dirty="0">
                <a:latin typeface="+mj-lt"/>
              </a:rPr>
              <a:t>GVHD: </a:t>
            </a:r>
            <a:r>
              <a:rPr lang="en-US" sz="2800" b="1" i="1" dirty="0" err="1">
                <a:latin typeface="+mj-lt"/>
              </a:rPr>
              <a:t>Ths</a:t>
            </a:r>
            <a:r>
              <a:rPr lang="en-US" sz="2800" b="1" i="1" dirty="0">
                <a:latin typeface="+mj-lt"/>
              </a:rPr>
              <a:t>. </a:t>
            </a:r>
            <a:r>
              <a:rPr lang="en-US" sz="2800" b="1" i="1" dirty="0" err="1">
                <a:latin typeface="+mj-lt"/>
              </a:rPr>
              <a:t>Dương</a:t>
            </a:r>
            <a:r>
              <a:rPr lang="en-US" sz="2800" b="1" i="1" dirty="0">
                <a:latin typeface="+mj-lt"/>
              </a:rPr>
              <a:t> </a:t>
            </a:r>
            <a:r>
              <a:rPr lang="en-US" sz="2800" b="1" i="1" dirty="0" err="1">
                <a:latin typeface="+mj-lt"/>
              </a:rPr>
              <a:t>Ngọc</a:t>
            </a:r>
            <a:r>
              <a:rPr lang="en-US" sz="2800" b="1" i="1" dirty="0">
                <a:latin typeface="+mj-lt"/>
              </a:rPr>
              <a:t> </a:t>
            </a:r>
            <a:r>
              <a:rPr lang="en-US" sz="2800" b="1" i="1" dirty="0" err="1">
                <a:latin typeface="+mj-lt"/>
              </a:rPr>
              <a:t>Vân</a:t>
            </a:r>
            <a:r>
              <a:rPr lang="en-US" sz="2800" b="1" i="1" dirty="0">
                <a:latin typeface="+mj-lt"/>
              </a:rPr>
              <a:t> </a:t>
            </a:r>
            <a:r>
              <a:rPr lang="en-US" sz="2800" b="1" i="1" dirty="0" err="1">
                <a:latin typeface="+mj-lt"/>
              </a:rPr>
              <a:t>Khanh</a:t>
            </a:r>
            <a:endParaRPr lang="en-US" sz="2800" dirty="0">
              <a:latin typeface="+mj-lt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D8E5B36-F028-45E9-90B8-6647DDF947CA}"/>
              </a:ext>
            </a:extLst>
          </p:cNvPr>
          <p:cNvSpPr txBox="1">
            <a:spLocks/>
          </p:cNvSpPr>
          <p:nvPr/>
        </p:nvSpPr>
        <p:spPr>
          <a:xfrm>
            <a:off x="0" y="896459"/>
            <a:ext cx="9144000" cy="1684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189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endParaRPr lang="en-U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Lý</a:t>
            </a:r>
            <a:r>
              <a:rPr lang="en-US" dirty="0"/>
              <a:t> do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b="1" dirty="0"/>
          </a:p>
        </p:txBody>
      </p:sp>
      <p:sp>
        <p:nvSpPr>
          <p:cNvPr id="13" name="Hình chữ nhật: Góc Tròn 39">
            <a:extLst>
              <a:ext uri="{FF2B5EF4-FFF2-40B4-BE49-F238E27FC236}">
                <a16:creationId xmlns:a16="http://schemas.microsoft.com/office/drawing/2014/main" id="{B50164A2-CD91-4DB7-BBF9-8EFDA7498713}"/>
              </a:ext>
            </a:extLst>
          </p:cNvPr>
          <p:cNvSpPr/>
          <p:nvPr/>
        </p:nvSpPr>
        <p:spPr>
          <a:xfrm>
            <a:off x="31748" y="1732006"/>
            <a:ext cx="9112252" cy="1153122"/>
          </a:xfrm>
          <a:prstGeom prst="roundRect">
            <a:avLst>
              <a:gd name="adj" fmla="val 44186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200" dirty="0" err="1"/>
              <a:t>Quản</a:t>
            </a:r>
            <a:r>
              <a:rPr lang="vi-VN" sz="2200" dirty="0"/>
              <a:t> </a:t>
            </a:r>
            <a:r>
              <a:rPr lang="vi-VN" sz="2200" dirty="0" err="1"/>
              <a:t>lý</a:t>
            </a:r>
            <a:r>
              <a:rPr lang="vi-VN" sz="2200" dirty="0"/>
              <a:t> chi tiêu </a:t>
            </a:r>
            <a:r>
              <a:rPr lang="vi-VN" sz="2200" dirty="0" err="1"/>
              <a:t>thủ</a:t>
            </a:r>
            <a:r>
              <a:rPr lang="vi-VN" sz="2200" dirty="0"/>
              <a:t> công (ghi </a:t>
            </a:r>
            <a:r>
              <a:rPr lang="vi-VN" sz="2200" dirty="0" err="1"/>
              <a:t>chép</a:t>
            </a:r>
            <a:r>
              <a:rPr lang="vi-VN" sz="2200" dirty="0"/>
              <a:t> </a:t>
            </a:r>
            <a:r>
              <a:rPr lang="vi-VN" sz="2200" dirty="0" err="1"/>
              <a:t>sổ</a:t>
            </a:r>
            <a:r>
              <a:rPr lang="vi-VN" sz="2200" dirty="0"/>
              <a:t> tay, Excel) → </a:t>
            </a:r>
            <a:r>
              <a:rPr lang="vi-VN" sz="2200" dirty="0" err="1"/>
              <a:t>khó</a:t>
            </a:r>
            <a:r>
              <a:rPr lang="vi-VN" sz="2200" dirty="0"/>
              <a:t> </a:t>
            </a:r>
            <a:r>
              <a:rPr lang="vi-VN" sz="2200" dirty="0" err="1"/>
              <a:t>tổng</a:t>
            </a:r>
            <a:r>
              <a:rPr lang="vi-VN" sz="2200" dirty="0"/>
              <a:t> </a:t>
            </a:r>
            <a:r>
              <a:rPr lang="vi-VN" sz="2200" dirty="0" err="1"/>
              <a:t>hợp</a:t>
            </a:r>
            <a:r>
              <a:rPr lang="vi-VN" sz="2200" dirty="0"/>
              <a:t> </a:t>
            </a:r>
            <a:r>
              <a:rPr lang="vi-VN" sz="2200" dirty="0" err="1"/>
              <a:t>dữ</a:t>
            </a:r>
            <a:r>
              <a:rPr lang="vi-VN" sz="2200" dirty="0"/>
              <a:t> </a:t>
            </a:r>
            <a:r>
              <a:rPr lang="vi-VN" sz="2200" dirty="0" err="1"/>
              <a:t>liệu</a:t>
            </a:r>
            <a:r>
              <a:rPr lang="vi-VN" sz="2200" dirty="0"/>
              <a:t>, </a:t>
            </a:r>
            <a:r>
              <a:rPr lang="vi-VN" sz="2200" dirty="0" err="1"/>
              <a:t>thiếu</a:t>
            </a:r>
            <a:r>
              <a:rPr lang="vi-VN" sz="2200" dirty="0"/>
              <a:t> </a:t>
            </a:r>
            <a:r>
              <a:rPr lang="vi-VN" sz="2200" dirty="0" err="1"/>
              <a:t>tính</a:t>
            </a:r>
            <a:r>
              <a:rPr lang="vi-VN" sz="2200" dirty="0"/>
              <a:t> </a:t>
            </a:r>
            <a:r>
              <a:rPr lang="vi-VN" sz="2200" dirty="0" err="1"/>
              <a:t>trực</a:t>
            </a:r>
            <a:r>
              <a:rPr lang="vi-VN" sz="2200" dirty="0"/>
              <a:t> quan </a:t>
            </a:r>
            <a:r>
              <a:rPr lang="vi-VN" sz="2200" dirty="0" err="1"/>
              <a:t>và</a:t>
            </a:r>
            <a:r>
              <a:rPr lang="vi-VN" sz="2200" dirty="0"/>
              <a:t> </a:t>
            </a:r>
            <a:r>
              <a:rPr lang="vi-VN" sz="2200" dirty="0" err="1"/>
              <a:t>dễ</a:t>
            </a:r>
            <a:r>
              <a:rPr lang="vi-VN" sz="2200" dirty="0"/>
              <a:t> sai </a:t>
            </a:r>
            <a:r>
              <a:rPr lang="vi-VN" sz="2200" dirty="0" err="1"/>
              <a:t>sót</a:t>
            </a:r>
            <a:r>
              <a:rPr lang="vi-VN" sz="2200" dirty="0"/>
              <a:t> khi theo </a:t>
            </a:r>
            <a:r>
              <a:rPr lang="vi-VN" sz="2200" dirty="0" err="1"/>
              <a:t>dõi</a:t>
            </a:r>
            <a:r>
              <a:rPr lang="vi-VN" sz="2200" dirty="0"/>
              <a:t> lâu </a:t>
            </a:r>
            <a:r>
              <a:rPr lang="vi-VN" sz="2200" dirty="0" err="1"/>
              <a:t>dài</a:t>
            </a:r>
            <a:r>
              <a:rPr lang="vi-VN" sz="2200" dirty="0"/>
              <a:t>.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Hình chữ nhật: Góc Tròn 39">
            <a:extLst>
              <a:ext uri="{FF2B5EF4-FFF2-40B4-BE49-F238E27FC236}">
                <a16:creationId xmlns:a16="http://schemas.microsoft.com/office/drawing/2014/main" id="{225D5338-A4BD-4ADA-B25B-949C9ACE2106}"/>
              </a:ext>
            </a:extLst>
          </p:cNvPr>
          <p:cNvSpPr/>
          <p:nvPr/>
        </p:nvSpPr>
        <p:spPr>
          <a:xfrm>
            <a:off x="31748" y="3193554"/>
            <a:ext cx="9112252" cy="1045032"/>
          </a:xfrm>
          <a:prstGeom prst="roundRect">
            <a:avLst>
              <a:gd name="adj" fmla="val 44186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chi tiêu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nay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app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nước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→ giao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tiếng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Anh,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năng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phức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yêu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phí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, gây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khăn cho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200" dirty="0" err="1">
                <a:latin typeface="Arial" panose="020B0604020202020204" pitchFamily="34" charset="0"/>
                <a:cs typeface="Arial" panose="020B0604020202020204" pitchFamily="34" charset="0"/>
              </a:rPr>
              <a:t>phổ</a:t>
            </a:r>
            <a:r>
              <a:rPr lang="vi-VN" sz="2200" dirty="0">
                <a:latin typeface="Arial" panose="020B0604020202020204" pitchFamily="34" charset="0"/>
                <a:cs typeface="Arial" panose="020B0604020202020204" pitchFamily="34" charset="0"/>
              </a:rPr>
              <a:t> thông.</a:t>
            </a:r>
            <a:endParaRPr lang="en-US" sz="2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Hình chữ nhật: Góc Tròn 39">
            <a:extLst>
              <a:ext uri="{FF2B5EF4-FFF2-40B4-BE49-F238E27FC236}">
                <a16:creationId xmlns:a16="http://schemas.microsoft.com/office/drawing/2014/main" id="{B2A0E079-6F70-4224-860D-FAB2B8B1D749}"/>
              </a:ext>
            </a:extLst>
          </p:cNvPr>
          <p:cNvSpPr/>
          <p:nvPr/>
        </p:nvSpPr>
        <p:spPr>
          <a:xfrm>
            <a:off x="15874" y="4549919"/>
            <a:ext cx="9112252" cy="1098341"/>
          </a:xfrm>
          <a:prstGeom prst="roundRect">
            <a:avLst>
              <a:gd name="adj" fmla="val 44186"/>
            </a:avLst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/>
              <a:t>N</a:t>
            </a:r>
            <a:r>
              <a:rPr lang="vi-VN" sz="2400" dirty="0"/>
              <a:t>hu </a:t>
            </a:r>
            <a:r>
              <a:rPr lang="vi-VN" sz="2400" dirty="0" err="1"/>
              <a:t>cầu</a:t>
            </a:r>
            <a:r>
              <a:rPr lang="vi-VN" sz="2400" dirty="0"/>
              <a:t> </a:t>
            </a:r>
            <a:r>
              <a:rPr lang="vi-VN" sz="2400" dirty="0" err="1"/>
              <a:t>về</a:t>
            </a:r>
            <a:r>
              <a:rPr lang="vi-VN" sz="2400" dirty="0"/>
              <a:t> </a:t>
            </a:r>
            <a:r>
              <a:rPr lang="vi-VN" sz="2400" dirty="0" err="1"/>
              <a:t>một</a:t>
            </a:r>
            <a:r>
              <a:rPr lang="vi-VN" sz="2400" dirty="0"/>
              <a:t> </a:t>
            </a:r>
            <a:r>
              <a:rPr lang="vi-VN" sz="2400" dirty="0" err="1"/>
              <a:t>ứng</a:t>
            </a:r>
            <a:r>
              <a:rPr lang="vi-VN" sz="2400" dirty="0"/>
              <a:t> </a:t>
            </a:r>
            <a:r>
              <a:rPr lang="vi-VN" sz="2400" dirty="0" err="1"/>
              <a:t>dụng</a:t>
            </a:r>
            <a:r>
              <a:rPr lang="vi-VN" sz="2400" dirty="0"/>
              <a:t> </a:t>
            </a:r>
            <a:r>
              <a:rPr lang="vi-VN" sz="2400" dirty="0" err="1"/>
              <a:t>tiếng</a:t>
            </a:r>
            <a:r>
              <a:rPr lang="vi-VN" sz="2400" dirty="0"/>
              <a:t> </a:t>
            </a:r>
            <a:r>
              <a:rPr lang="vi-VN" sz="2400" dirty="0" err="1"/>
              <a:t>Việt</a:t>
            </a:r>
            <a:r>
              <a:rPr lang="vi-VN" sz="2400" dirty="0"/>
              <a:t>, </a:t>
            </a:r>
            <a:r>
              <a:rPr lang="vi-VN" sz="2400" dirty="0" err="1"/>
              <a:t>dễ</a:t>
            </a:r>
            <a:r>
              <a:rPr lang="vi-VN" sz="2400" dirty="0"/>
              <a:t> </a:t>
            </a:r>
            <a:r>
              <a:rPr lang="vi-VN" sz="2400" dirty="0" err="1"/>
              <a:t>sử</a:t>
            </a:r>
            <a:r>
              <a:rPr lang="vi-VN" sz="2400" dirty="0"/>
              <a:t> </a:t>
            </a:r>
            <a:r>
              <a:rPr lang="vi-VN" sz="2400" dirty="0" err="1"/>
              <a:t>dụng</a:t>
            </a:r>
            <a:r>
              <a:rPr lang="vi-VN" sz="2400" dirty="0"/>
              <a:t>, </a:t>
            </a:r>
            <a:r>
              <a:rPr lang="vi-VN" sz="2400" dirty="0" err="1"/>
              <a:t>miễn</a:t>
            </a:r>
            <a:r>
              <a:rPr lang="vi-VN" sz="2400" dirty="0"/>
              <a:t> </a:t>
            </a:r>
            <a:r>
              <a:rPr lang="vi-VN" sz="2400" dirty="0" err="1"/>
              <a:t>phí</a:t>
            </a:r>
            <a:r>
              <a:rPr lang="vi-VN" sz="2400" dirty="0"/>
              <a:t>, </a:t>
            </a:r>
            <a:r>
              <a:rPr lang="vi-VN" sz="2400" dirty="0" err="1"/>
              <a:t>giúp</a:t>
            </a:r>
            <a:r>
              <a:rPr lang="vi-VN" sz="2400" dirty="0"/>
              <a:t> </a:t>
            </a:r>
            <a:r>
              <a:rPr lang="vi-VN" sz="2400" dirty="0" err="1"/>
              <a:t>người</a:t>
            </a:r>
            <a:r>
              <a:rPr lang="vi-VN" sz="2400" dirty="0"/>
              <a:t> </a:t>
            </a:r>
            <a:r>
              <a:rPr lang="vi-VN" sz="2400" dirty="0" err="1"/>
              <a:t>dùng</a:t>
            </a:r>
            <a:r>
              <a:rPr lang="vi-VN" sz="2400" dirty="0"/>
              <a:t> theo </a:t>
            </a:r>
            <a:r>
              <a:rPr lang="vi-VN" sz="2400" dirty="0" err="1"/>
              <a:t>dõi</a:t>
            </a:r>
            <a:r>
              <a:rPr lang="vi-VN" sz="2400" dirty="0"/>
              <a:t> thu – chi </a:t>
            </a:r>
            <a:r>
              <a:rPr lang="vi-VN" sz="2400" dirty="0" err="1"/>
              <a:t>hằng</a:t>
            </a:r>
            <a:r>
              <a:rPr lang="vi-VN" sz="2400" dirty="0"/>
              <a:t> </a:t>
            </a:r>
            <a:r>
              <a:rPr lang="vi-VN" sz="2400" dirty="0" err="1"/>
              <a:t>ngày</a:t>
            </a:r>
            <a:r>
              <a:rPr lang="vi-VN" sz="2400" dirty="0"/>
              <a:t> </a:t>
            </a:r>
            <a:r>
              <a:rPr lang="vi-VN" sz="2400" dirty="0" err="1"/>
              <a:t>một</a:t>
            </a:r>
            <a:r>
              <a:rPr lang="vi-VN" sz="2400" dirty="0"/>
              <a:t> </a:t>
            </a:r>
            <a:r>
              <a:rPr lang="vi-VN" sz="2400" dirty="0" err="1"/>
              <a:t>cách</a:t>
            </a:r>
            <a:r>
              <a:rPr lang="vi-VN" sz="2400" dirty="0"/>
              <a:t> đơn </a:t>
            </a:r>
            <a:r>
              <a:rPr lang="vi-VN" sz="2400" dirty="0" err="1"/>
              <a:t>giản</a:t>
            </a:r>
            <a:r>
              <a:rPr lang="vi-VN" sz="2400" dirty="0"/>
              <a:t> </a:t>
            </a:r>
            <a:r>
              <a:rPr lang="vi-VN" sz="2400" dirty="0" err="1"/>
              <a:t>và</a:t>
            </a:r>
            <a:r>
              <a:rPr lang="vi-VN" sz="2400" dirty="0"/>
              <a:t> </a:t>
            </a:r>
            <a:r>
              <a:rPr lang="vi-VN" sz="2400" dirty="0" err="1"/>
              <a:t>hiệu</a:t>
            </a:r>
            <a:r>
              <a:rPr lang="vi-VN" sz="2400" dirty="0"/>
              <a:t> </a:t>
            </a:r>
            <a:r>
              <a:rPr lang="vi-VN" sz="2400" dirty="0" err="1"/>
              <a:t>quả</a:t>
            </a:r>
            <a:r>
              <a:rPr lang="vi-VN" sz="2400" dirty="0"/>
              <a:t>.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313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&amp; </a:t>
            </a:r>
            <a:r>
              <a:rPr lang="en-US" dirty="0" err="1"/>
              <a:t>Phạm</a:t>
            </a:r>
            <a:r>
              <a:rPr lang="en-US" dirty="0"/>
              <a:t> vi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lang="en-US" b="1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9FE02CE-504B-432C-8A14-424F87922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3266"/>
            <a:ext cx="9144000" cy="51560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vi-VN" dirty="0"/>
              <a:t>Xây </a:t>
            </a:r>
            <a:r>
              <a:rPr lang="vi-VN" dirty="0" err="1"/>
              <a:t>dựng</a:t>
            </a:r>
            <a:r>
              <a:rPr lang="vi-VN" dirty="0"/>
              <a:t> </a:t>
            </a:r>
            <a:r>
              <a:rPr lang="vi-VN" dirty="0" err="1"/>
              <a:t>một</a:t>
            </a:r>
            <a:r>
              <a:rPr lang="vi-VN" dirty="0"/>
              <a:t> </a:t>
            </a:r>
            <a:r>
              <a:rPr lang="vi-VN" dirty="0" err="1"/>
              <a:t>ứng</a:t>
            </a:r>
            <a:r>
              <a:rPr lang="vi-VN" dirty="0"/>
              <a:t> </a:t>
            </a:r>
            <a:r>
              <a:rPr lang="vi-VN" dirty="0" err="1"/>
              <a:t>dụng</a:t>
            </a:r>
            <a:r>
              <a:rPr lang="vi-VN" dirty="0"/>
              <a:t> </a:t>
            </a:r>
            <a:r>
              <a:rPr lang="vi-VN" dirty="0" err="1"/>
              <a:t>quản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thu – chi </a:t>
            </a:r>
            <a:r>
              <a:rPr lang="vi-VN" dirty="0" err="1"/>
              <a:t>cá</a:t>
            </a:r>
            <a:r>
              <a:rPr lang="vi-VN" dirty="0"/>
              <a:t> nhân</a:t>
            </a:r>
            <a:r>
              <a:rPr lang="en-US" dirty="0"/>
              <a:t> </a:t>
            </a:r>
            <a:r>
              <a:rPr lang="vi-VN" dirty="0" err="1"/>
              <a:t>hỗ</a:t>
            </a:r>
            <a:r>
              <a:rPr lang="vi-VN" dirty="0"/>
              <a:t> </a:t>
            </a:r>
            <a:r>
              <a:rPr lang="vi-VN" dirty="0" err="1"/>
              <a:t>trợ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 ghi </a:t>
            </a:r>
            <a:r>
              <a:rPr lang="vi-VN" dirty="0" err="1"/>
              <a:t>nhận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theo </a:t>
            </a:r>
            <a:r>
              <a:rPr lang="vi-VN" dirty="0" err="1"/>
              <a:t>dõi</a:t>
            </a:r>
            <a:r>
              <a:rPr lang="vi-VN" dirty="0"/>
              <a:t> </a:t>
            </a:r>
            <a:r>
              <a:rPr lang="vi-VN" dirty="0" err="1"/>
              <a:t>tình</a:t>
            </a:r>
            <a:r>
              <a:rPr lang="vi-VN" dirty="0"/>
              <a:t> hình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hằng</a:t>
            </a:r>
            <a:r>
              <a:rPr lang="vi-VN" dirty="0"/>
              <a:t> </a:t>
            </a:r>
            <a:r>
              <a:rPr lang="vi-VN" dirty="0" err="1"/>
              <a:t>ngày</a:t>
            </a:r>
            <a:r>
              <a:rPr lang="vi-VN" dirty="0"/>
              <a:t>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– chi,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,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vi-VN" dirty="0" err="1"/>
              <a:t>Giúp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 hình </a:t>
            </a:r>
            <a:r>
              <a:rPr lang="vi-VN" dirty="0" err="1"/>
              <a:t>thành</a:t>
            </a:r>
            <a:r>
              <a:rPr lang="vi-VN" dirty="0"/>
              <a:t> </a:t>
            </a:r>
            <a:r>
              <a:rPr lang="vi-VN" dirty="0" err="1"/>
              <a:t>thói</a:t>
            </a:r>
            <a:r>
              <a:rPr lang="vi-VN" dirty="0"/>
              <a:t> quen chi tiêu </a:t>
            </a:r>
            <a:r>
              <a:rPr lang="vi-VN" dirty="0" err="1"/>
              <a:t>hợp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, nâng cao ý </a:t>
            </a:r>
            <a:r>
              <a:rPr lang="vi-VN" dirty="0" err="1"/>
              <a:t>thức</a:t>
            </a:r>
            <a:r>
              <a:rPr lang="vi-VN" dirty="0"/>
              <a:t> </a:t>
            </a:r>
            <a:r>
              <a:rPr lang="vi-VN" dirty="0" err="1"/>
              <a:t>quản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</a:t>
            </a:r>
            <a:r>
              <a:rPr lang="vi-VN" dirty="0" err="1"/>
              <a:t>tài</a:t>
            </a:r>
            <a:r>
              <a:rPr lang="vi-VN" dirty="0"/>
              <a:t> </a:t>
            </a:r>
            <a:r>
              <a:rPr lang="vi-VN" dirty="0" err="1"/>
              <a:t>chính</a:t>
            </a:r>
            <a:r>
              <a:rPr lang="vi-VN" dirty="0"/>
              <a:t> </a:t>
            </a:r>
            <a:r>
              <a:rPr lang="vi-VN" dirty="0" err="1"/>
              <a:t>cá</a:t>
            </a:r>
            <a:r>
              <a:rPr lang="vi-VN" dirty="0"/>
              <a:t> nhân.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vi-VN" dirty="0" err="1"/>
              <a:t>Phạm</a:t>
            </a:r>
            <a:r>
              <a:rPr lang="vi-VN" dirty="0"/>
              <a:t> vi </a:t>
            </a:r>
            <a:r>
              <a:rPr lang="vi-VN" dirty="0" err="1"/>
              <a:t>thực</a:t>
            </a:r>
            <a:r>
              <a:rPr lang="vi-VN" dirty="0"/>
              <a:t> </a:t>
            </a:r>
            <a:r>
              <a:rPr lang="vi-VN" dirty="0" err="1"/>
              <a:t>hiện</a:t>
            </a:r>
            <a:r>
              <a:rPr lang="vi-VN" dirty="0"/>
              <a:t>: </a:t>
            </a:r>
            <a:r>
              <a:rPr lang="vi-VN" dirty="0" err="1"/>
              <a:t>ứng</a:t>
            </a:r>
            <a:r>
              <a:rPr lang="vi-VN" dirty="0"/>
              <a:t> </a:t>
            </a:r>
            <a:r>
              <a:rPr lang="vi-VN" dirty="0" err="1"/>
              <a:t>dụng</a:t>
            </a:r>
            <a:r>
              <a:rPr lang="vi-VN" dirty="0"/>
              <a:t> </a:t>
            </a:r>
            <a:r>
              <a:rPr lang="vi-VN" dirty="0" err="1"/>
              <a:t>được</a:t>
            </a:r>
            <a:r>
              <a:rPr lang="vi-VN" dirty="0"/>
              <a:t> </a:t>
            </a:r>
            <a:r>
              <a:rPr lang="vi-VN" dirty="0" err="1"/>
              <a:t>triển</a:t>
            </a:r>
            <a:r>
              <a:rPr lang="vi-VN" dirty="0"/>
              <a:t> khai </a:t>
            </a:r>
            <a:r>
              <a:rPr lang="vi-VN" dirty="0" err="1"/>
              <a:t>dưới</a:t>
            </a:r>
            <a:r>
              <a:rPr lang="vi-VN" dirty="0"/>
              <a:t> </a:t>
            </a:r>
            <a:r>
              <a:rPr lang="vi-VN" dirty="0" err="1"/>
              <a:t>dạng</a:t>
            </a:r>
            <a:r>
              <a:rPr lang="vi-VN" dirty="0"/>
              <a:t> </a:t>
            </a:r>
            <a:r>
              <a:rPr lang="vi-VN" dirty="0" err="1"/>
              <a:t>web</a:t>
            </a:r>
            <a:r>
              <a:rPr lang="vi-VN" dirty="0"/>
              <a:t> </a:t>
            </a:r>
            <a:r>
              <a:rPr lang="vi-VN" dirty="0" err="1"/>
              <a:t>app</a:t>
            </a:r>
            <a:r>
              <a:rPr lang="vi-VN" dirty="0"/>
              <a:t>,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do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 </a:t>
            </a:r>
            <a:r>
              <a:rPr lang="vi-VN" dirty="0" err="1"/>
              <a:t>chủ</a:t>
            </a:r>
            <a:r>
              <a:rPr lang="vi-VN" dirty="0"/>
              <a:t> </a:t>
            </a:r>
            <a:r>
              <a:rPr lang="vi-VN" dirty="0" err="1"/>
              <a:t>động</a:t>
            </a:r>
            <a:r>
              <a:rPr lang="vi-VN" dirty="0"/>
              <a:t> </a:t>
            </a:r>
            <a:r>
              <a:rPr lang="vi-VN" dirty="0" err="1"/>
              <a:t>nhập</a:t>
            </a:r>
            <a:r>
              <a:rPr lang="en-US" dirty="0"/>
              <a:t>.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03681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nghệ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endParaRPr lang="en-US" b="1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9FE02CE-504B-432C-8A14-424F87922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16011"/>
            <a:ext cx="9144000" cy="4946321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300"/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vi-VN" kern="100" spc="0" dirty="0" err="1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Frontend</a:t>
            </a:r>
            <a:r>
              <a:rPr lang="vi-VN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vi-VN" kern="100" spc="0" dirty="0" err="1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ReactJS</a:t>
            </a:r>
            <a:r>
              <a:rPr lang="en-US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 – </a:t>
            </a:r>
            <a:r>
              <a:rPr lang="vi-VN" dirty="0"/>
              <a:t>xây </a:t>
            </a:r>
            <a:r>
              <a:rPr lang="vi-VN" dirty="0" err="1"/>
              <a:t>dựng</a:t>
            </a:r>
            <a:r>
              <a:rPr lang="vi-VN" dirty="0"/>
              <a:t> giao </a:t>
            </a:r>
            <a:r>
              <a:rPr lang="vi-VN" dirty="0" err="1"/>
              <a:t>diện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r>
              <a:rPr lang="vi-VN" dirty="0"/>
              <a:t>, </a:t>
            </a:r>
            <a:r>
              <a:rPr lang="vi-VN" dirty="0" err="1"/>
              <a:t>xử</a:t>
            </a:r>
            <a:r>
              <a:rPr lang="vi-VN" dirty="0"/>
              <a:t> </a:t>
            </a:r>
            <a:r>
              <a:rPr lang="vi-VN" dirty="0" err="1"/>
              <a:t>lý</a:t>
            </a:r>
            <a:r>
              <a:rPr lang="vi-VN" dirty="0"/>
              <a:t> tương </a:t>
            </a:r>
            <a:r>
              <a:rPr lang="vi-VN" dirty="0" err="1"/>
              <a:t>tác</a:t>
            </a:r>
            <a:endParaRPr lang="en-US" kern="100" spc="0" dirty="0">
              <a:solidFill>
                <a:srgbClr val="000000"/>
              </a:solidFill>
              <a:effectLst/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300"/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vi-VN" kern="100" spc="0" dirty="0" err="1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Backend</a:t>
            </a:r>
            <a:r>
              <a:rPr lang="vi-VN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: Node.js + Express –</a:t>
            </a:r>
            <a:r>
              <a:rPr lang="en-US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,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API</a:t>
            </a:r>
            <a:endParaRPr lang="en-US" kern="100" spc="0" dirty="0">
              <a:solidFill>
                <a:srgbClr val="000000"/>
              </a:solidFill>
              <a:effectLst/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300"/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vi-VN" kern="100" spc="0" dirty="0" err="1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Database</a:t>
            </a:r>
            <a:r>
              <a:rPr lang="vi-VN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vi-VN" kern="100" spc="0" dirty="0" err="1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MongoDB</a:t>
            </a:r>
            <a:r>
              <a:rPr lang="en-US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– </a:t>
            </a:r>
            <a:r>
              <a:rPr lang="vi-VN" dirty="0"/>
              <a:t>lưu </a:t>
            </a:r>
            <a:r>
              <a:rPr lang="vi-VN" dirty="0" err="1"/>
              <a:t>trữ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en-US" dirty="0" err="1"/>
              <a:t>của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</a:t>
            </a:r>
            <a:r>
              <a:rPr lang="vi-VN" dirty="0" err="1"/>
              <a:t>dùng</a:t>
            </a:r>
            <a:endParaRPr lang="en-US" kern="100" spc="0" dirty="0">
              <a:solidFill>
                <a:srgbClr val="000000"/>
              </a:solidFill>
              <a:effectLst/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SzPts val="1300"/>
              <a:buFont typeface="Arial" panose="020B0604020202020204" pitchFamily="34" charset="0"/>
              <a:buChar char="•"/>
              <a:tabLst>
                <a:tab pos="270510" algn="l"/>
              </a:tabLst>
            </a:pPr>
            <a:r>
              <a:rPr lang="vi-VN" kern="100" spc="0" dirty="0" err="1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Kiến</a:t>
            </a:r>
            <a:r>
              <a:rPr lang="vi-VN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kern="100" spc="0" dirty="0" err="1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trúc</a:t>
            </a:r>
            <a:r>
              <a:rPr lang="vi-VN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vi-VN" kern="100" spc="0" dirty="0" err="1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lang="vi-VN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 – Server</a:t>
            </a:r>
            <a:r>
              <a:rPr lang="en-US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vi-VN" kern="100" spc="0" dirty="0">
                <a:solidFill>
                  <a:srgbClr val="000000"/>
                </a:solidFill>
                <a:effectLst/>
                <a:latin typeface="+mn-lt"/>
                <a:ea typeface="SimSun" panose="02010600030101010101" pitchFamily="2" charset="-122"/>
                <a:cs typeface="Times New Roman" panose="02020603050405020304" pitchFamily="18" charset="0"/>
              </a:rPr>
              <a:t>–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kern="100" spc="0" dirty="0">
              <a:solidFill>
                <a:srgbClr val="000000"/>
              </a:solidFill>
              <a:effectLst/>
              <a:latin typeface="+mn-lt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425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Kiến</a:t>
            </a:r>
            <a:r>
              <a:rPr lang="en-US" b="1" dirty="0"/>
              <a:t> </a:t>
            </a:r>
            <a:r>
              <a:rPr lang="en-US" b="1" dirty="0" err="1"/>
              <a:t>trúc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0C244E-1ACA-42E2-BEC5-064C53927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4836160" cy="4525963"/>
          </a:xfrm>
        </p:spPr>
        <p:txBody>
          <a:bodyPr/>
          <a:lstStyle/>
          <a:p>
            <a:r>
              <a:rPr lang="vi-VN" dirty="0" err="1"/>
              <a:t>Client</a:t>
            </a:r>
            <a:r>
              <a:rPr lang="vi-VN" dirty="0"/>
              <a:t> (</a:t>
            </a:r>
            <a:r>
              <a:rPr lang="vi-VN" dirty="0" err="1"/>
              <a:t>React</a:t>
            </a:r>
            <a:r>
              <a:rPr lang="vi-VN" dirty="0"/>
              <a:t>): </a:t>
            </a:r>
            <a:r>
              <a:rPr lang="vi-VN" dirty="0" err="1"/>
              <a:t>hiển</a:t>
            </a:r>
            <a:r>
              <a:rPr lang="vi-VN" dirty="0"/>
              <a:t> </a:t>
            </a:r>
            <a:r>
              <a:rPr lang="vi-VN" dirty="0" err="1"/>
              <a:t>thị</a:t>
            </a:r>
            <a:r>
              <a:rPr lang="vi-VN" dirty="0"/>
              <a:t> giao </a:t>
            </a:r>
            <a:r>
              <a:rPr lang="vi-VN" dirty="0" err="1"/>
              <a:t>diện</a:t>
            </a:r>
            <a:r>
              <a:rPr lang="vi-VN" dirty="0"/>
              <a:t> </a:t>
            </a:r>
            <a:r>
              <a:rPr lang="vi-VN" dirty="0" err="1"/>
              <a:t>và</a:t>
            </a:r>
            <a:r>
              <a:rPr lang="vi-VN" dirty="0"/>
              <a:t> </a:t>
            </a:r>
            <a:r>
              <a:rPr lang="vi-VN" dirty="0" err="1"/>
              <a:t>tiếp</a:t>
            </a:r>
            <a:r>
              <a:rPr lang="vi-VN" dirty="0"/>
              <a:t> </a:t>
            </a:r>
            <a:r>
              <a:rPr lang="vi-VN" dirty="0" err="1"/>
              <a:t>nhận</a:t>
            </a:r>
            <a:r>
              <a:rPr lang="vi-VN" dirty="0"/>
              <a:t> thao </a:t>
            </a:r>
            <a:r>
              <a:rPr lang="vi-VN" dirty="0" err="1"/>
              <a:t>tác</a:t>
            </a:r>
            <a:r>
              <a:rPr lang="vi-VN" dirty="0"/>
              <a:t> </a:t>
            </a:r>
            <a:r>
              <a:rPr lang="vi-VN" dirty="0" err="1"/>
              <a:t>người</a:t>
            </a:r>
            <a:r>
              <a:rPr lang="vi-VN" dirty="0"/>
              <a:t> dung</a:t>
            </a:r>
            <a:r>
              <a:rPr lang="en-US" dirty="0"/>
              <a:t>.</a:t>
            </a:r>
          </a:p>
          <a:p>
            <a:r>
              <a:rPr lang="en-US" dirty="0"/>
              <a:t>API Gateway: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client.</a:t>
            </a:r>
          </a:p>
          <a:p>
            <a:r>
              <a:rPr lang="en-US" dirty="0"/>
              <a:t>Backend Services: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API</a:t>
            </a:r>
          </a:p>
          <a:p>
            <a:r>
              <a:rPr lang="vi-VN" dirty="0" err="1"/>
              <a:t>Database</a:t>
            </a:r>
            <a:r>
              <a:rPr lang="vi-VN" dirty="0"/>
              <a:t> (</a:t>
            </a:r>
            <a:r>
              <a:rPr lang="vi-VN" dirty="0" err="1"/>
              <a:t>MongoDB</a:t>
            </a:r>
            <a:r>
              <a:rPr lang="vi-VN" dirty="0"/>
              <a:t>): lưu </a:t>
            </a:r>
            <a:r>
              <a:rPr lang="vi-VN" dirty="0" err="1"/>
              <a:t>trữ</a:t>
            </a:r>
            <a:r>
              <a:rPr lang="vi-VN" dirty="0"/>
              <a:t> </a:t>
            </a:r>
            <a:r>
              <a:rPr lang="vi-VN" dirty="0" err="1"/>
              <a:t>dữ</a:t>
            </a:r>
            <a:r>
              <a:rPr lang="vi-VN" dirty="0"/>
              <a:t> </a:t>
            </a:r>
            <a:r>
              <a:rPr lang="vi-VN" dirty="0" err="1"/>
              <a:t>liệu</a:t>
            </a:r>
            <a:r>
              <a:rPr lang="vi-VN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vi-VN" dirty="0" err="1"/>
              <a:t>người</a:t>
            </a:r>
            <a:r>
              <a:rPr lang="vi-VN" dirty="0"/>
              <a:t> dung</a:t>
            </a:r>
            <a:r>
              <a:rPr lang="en-US" dirty="0"/>
              <a:t>.</a:t>
            </a:r>
          </a:p>
          <a:p>
            <a:r>
              <a:rPr lang="en-US" dirty="0"/>
              <a:t>AI Service: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minh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Image 751">
            <a:extLst>
              <a:ext uri="{FF2B5EF4-FFF2-40B4-BE49-F238E27FC236}">
                <a16:creationId xmlns:a16="http://schemas.microsoft.com/office/drawing/2014/main" id="{AA0C3EF9-5921-450F-837B-E676489AA27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160" y="1064417"/>
            <a:ext cx="4216400" cy="41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151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F5841A-D0D3-1D5D-77A6-5E86E49403F3}"/>
              </a:ext>
            </a:extLst>
          </p:cNvPr>
          <p:cNvSpPr txBox="1"/>
          <p:nvPr/>
        </p:nvSpPr>
        <p:spPr>
          <a:xfrm>
            <a:off x="761553" y="1365002"/>
            <a:ext cx="4267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/>
              <a:t>Đăng </a:t>
            </a:r>
            <a:r>
              <a:rPr lang="vi-VN" sz="2400" dirty="0" err="1"/>
              <a:t>ký</a:t>
            </a:r>
            <a:r>
              <a:rPr lang="vi-VN" sz="2400" dirty="0"/>
              <a:t> / đăng </a:t>
            </a:r>
            <a:r>
              <a:rPr lang="vi-VN" sz="2400" dirty="0" err="1"/>
              <a:t>nhập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err="1"/>
              <a:t>Quản</a:t>
            </a:r>
            <a:r>
              <a:rPr lang="vi-VN" sz="2400" dirty="0"/>
              <a:t> </a:t>
            </a:r>
            <a:r>
              <a:rPr lang="vi-VN" sz="2400" dirty="0" err="1"/>
              <a:t>lý</a:t>
            </a:r>
            <a:r>
              <a:rPr lang="vi-VN" sz="2400" dirty="0"/>
              <a:t> thu – chi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/>
              <a:t>Danh </a:t>
            </a:r>
            <a:r>
              <a:rPr lang="vi-VN" sz="2400" dirty="0" err="1"/>
              <a:t>mục</a:t>
            </a:r>
            <a:r>
              <a:rPr lang="vi-VN" sz="2400" dirty="0"/>
              <a:t> chi tiêu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err="1"/>
              <a:t>Mục</a:t>
            </a:r>
            <a:r>
              <a:rPr lang="vi-VN" sz="2400" dirty="0"/>
              <a:t> tiêu </a:t>
            </a:r>
            <a:r>
              <a:rPr lang="vi-VN" sz="2400" dirty="0" err="1"/>
              <a:t>tiết</a:t>
            </a:r>
            <a:r>
              <a:rPr lang="vi-VN" sz="2400" dirty="0"/>
              <a:t> </a:t>
            </a:r>
            <a:r>
              <a:rPr lang="vi-VN" sz="2400" dirty="0" err="1"/>
              <a:t>kiệm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err="1"/>
              <a:t>Thống</a:t>
            </a:r>
            <a:r>
              <a:rPr lang="vi-VN" sz="2400" dirty="0"/>
              <a:t> kê &amp; </a:t>
            </a:r>
            <a:r>
              <a:rPr lang="vi-VN" sz="2400" dirty="0" err="1"/>
              <a:t>báo</a:t>
            </a:r>
            <a:r>
              <a:rPr lang="vi-VN" sz="2400" dirty="0"/>
              <a:t> </a:t>
            </a:r>
            <a:r>
              <a:rPr lang="vi-VN" sz="2400" dirty="0" err="1"/>
              <a:t>cáo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err="1"/>
              <a:t>Chatbot</a:t>
            </a:r>
            <a:r>
              <a:rPr lang="vi-VN" sz="2400" dirty="0"/>
              <a:t> AI </a:t>
            </a:r>
            <a:r>
              <a:rPr lang="vi-VN" sz="2400" dirty="0" err="1"/>
              <a:t>hỗ</a:t>
            </a:r>
            <a:r>
              <a:rPr lang="vi-VN" sz="2400" dirty="0"/>
              <a:t> </a:t>
            </a:r>
            <a:r>
              <a:rPr lang="vi-VN" sz="2400" dirty="0" err="1"/>
              <a:t>trợ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397430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Use case </a:t>
            </a:r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endParaRPr lang="en-US" b="1" dirty="0"/>
          </a:p>
        </p:txBody>
      </p:sp>
      <p:pic>
        <p:nvPicPr>
          <p:cNvPr id="3074" name="Image 758">
            <a:extLst>
              <a:ext uri="{FF2B5EF4-FFF2-40B4-BE49-F238E27FC236}">
                <a16:creationId xmlns:a16="http://schemas.microsoft.com/office/drawing/2014/main" id="{D8B47E81-1A76-4A6D-A62B-F4BF8CC229E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" y="995680"/>
            <a:ext cx="856488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4837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c</a:t>
            </a:r>
            <a:r>
              <a:rPr lang="en-US" b="1" dirty="0" err="1"/>
              <a:t>ơ</a:t>
            </a:r>
            <a:r>
              <a:rPr lang="en-US" b="1" dirty="0"/>
              <a:t> </a:t>
            </a:r>
            <a:r>
              <a:rPr lang="en-US" b="1" dirty="0" err="1"/>
              <a:t>sở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endParaRPr lang="en-US" b="1" dirty="0"/>
          </a:p>
        </p:txBody>
      </p:sp>
      <p:pic>
        <p:nvPicPr>
          <p:cNvPr id="4098" name="Picture 1">
            <a:extLst>
              <a:ext uri="{FF2B5EF4-FFF2-40B4-BE49-F238E27FC236}">
                <a16:creationId xmlns:a16="http://schemas.microsoft.com/office/drawing/2014/main" id="{CFF41C69-DFA0-42C5-BE59-96EDBF154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1009015"/>
            <a:ext cx="8680450" cy="5301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5077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b="1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1291E27E-893A-4C07-9E4E-07D99D77C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480" y="781878"/>
            <a:ext cx="6827520" cy="5801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1">
            <a:extLst>
              <a:ext uri="{FF2B5EF4-FFF2-40B4-BE49-F238E27FC236}">
                <a16:creationId xmlns:a16="http://schemas.microsoft.com/office/drawing/2014/main" id="{FB0094DE-AD52-4D32-B0CF-C21EB25BA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41" y="1191101"/>
            <a:ext cx="7975518" cy="4752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1">
            <a:extLst>
              <a:ext uri="{FF2B5EF4-FFF2-40B4-BE49-F238E27FC236}">
                <a16:creationId xmlns:a16="http://schemas.microsoft.com/office/drawing/2014/main" id="{74D689C7-4D2C-4CC1-AAD9-A893F7EFC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9118"/>
            <a:ext cx="9138030" cy="4787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1">
            <a:extLst>
              <a:ext uri="{FF2B5EF4-FFF2-40B4-BE49-F238E27FC236}">
                <a16:creationId xmlns:a16="http://schemas.microsoft.com/office/drawing/2014/main" id="{5607E660-C675-443C-B1C6-F630D0C0B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24" y="1289118"/>
            <a:ext cx="8937466" cy="4505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1">
            <a:extLst>
              <a:ext uri="{FF2B5EF4-FFF2-40B4-BE49-F238E27FC236}">
                <a16:creationId xmlns:a16="http://schemas.microsoft.com/office/drawing/2014/main" id="{652D0B42-26D2-4F0E-8597-3342D7AEC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818" y="1257141"/>
            <a:ext cx="9217666" cy="4752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1">
            <a:extLst>
              <a:ext uri="{FF2B5EF4-FFF2-40B4-BE49-F238E27FC236}">
                <a16:creationId xmlns:a16="http://schemas.microsoft.com/office/drawing/2014/main" id="{4A448706-DFD9-458F-95F4-BE3D1DF90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9" y="1191100"/>
            <a:ext cx="9104910" cy="5036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1">
            <a:extLst>
              <a:ext uri="{FF2B5EF4-FFF2-40B4-BE49-F238E27FC236}">
                <a16:creationId xmlns:a16="http://schemas.microsoft.com/office/drawing/2014/main" id="{BB9BBFA2-DC14-44A5-8C06-4C1754FC4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5" y="1039143"/>
            <a:ext cx="8811621" cy="5036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11">
            <a:extLst>
              <a:ext uri="{FF2B5EF4-FFF2-40B4-BE49-F238E27FC236}">
                <a16:creationId xmlns:a16="http://schemas.microsoft.com/office/drawing/2014/main" id="{39BFEF00-6D67-48DF-AB58-B17C45E7A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" y="1071121"/>
            <a:ext cx="8854740" cy="5036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3" name="Picture 1">
            <a:extLst>
              <a:ext uri="{FF2B5EF4-FFF2-40B4-BE49-F238E27FC236}">
                <a16:creationId xmlns:a16="http://schemas.microsoft.com/office/drawing/2014/main" id="{9DF9FE6D-0634-44ED-BC65-44F5896B5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46" y="1199753"/>
            <a:ext cx="9135156" cy="4715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993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53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5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5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Chatbot AI</a:t>
            </a:r>
            <a:endParaRPr lang="en-US" b="1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624304D-C1C6-4EF4-9B8B-FD31108C0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2247"/>
            <a:ext cx="3992880" cy="3098794"/>
          </a:xfrm>
        </p:spPr>
        <p:txBody>
          <a:bodyPr>
            <a:normAutofit/>
          </a:bodyPr>
          <a:lstStyle/>
          <a:p>
            <a:r>
              <a:rPr lang="en-US" altLang="en-GB" sz="2200" dirty="0" err="1"/>
              <a:t>Hỗ</a:t>
            </a:r>
            <a:r>
              <a:rPr lang="en-US" altLang="en-GB" sz="2200" dirty="0"/>
              <a:t> </a:t>
            </a:r>
            <a:r>
              <a:rPr lang="en-US" altLang="en-GB" sz="2200" dirty="0" err="1"/>
              <a:t>trợ</a:t>
            </a:r>
            <a:r>
              <a:rPr lang="en-US" altLang="en-GB" sz="2200" dirty="0"/>
              <a:t> </a:t>
            </a:r>
            <a:r>
              <a:rPr lang="en-US" altLang="en-GB" sz="2200" dirty="0" err="1"/>
              <a:t>nhập</a:t>
            </a:r>
            <a:r>
              <a:rPr lang="en-US" altLang="en-GB" sz="2200" dirty="0"/>
              <a:t> </a:t>
            </a:r>
            <a:r>
              <a:rPr lang="en-US" altLang="en-GB" sz="2200" dirty="0" err="1"/>
              <a:t>thu</a:t>
            </a:r>
            <a:r>
              <a:rPr lang="en-US" altLang="en-GB" sz="2200" dirty="0"/>
              <a:t> – chi </a:t>
            </a:r>
            <a:r>
              <a:rPr lang="en-US" altLang="en-GB" sz="2200" dirty="0" err="1"/>
              <a:t>bằng</a:t>
            </a:r>
            <a:r>
              <a:rPr lang="en-US" altLang="en-GB" sz="2200" dirty="0"/>
              <a:t> </a:t>
            </a:r>
            <a:r>
              <a:rPr lang="en-US" altLang="en-GB" sz="2200" dirty="0" err="1"/>
              <a:t>ngôn</a:t>
            </a:r>
            <a:r>
              <a:rPr lang="en-US" altLang="en-GB" sz="2200" dirty="0"/>
              <a:t> </a:t>
            </a:r>
            <a:r>
              <a:rPr lang="en-US" altLang="en-GB" sz="2200" dirty="0" err="1"/>
              <a:t>ngữ</a:t>
            </a:r>
            <a:r>
              <a:rPr lang="en-US" altLang="en-GB" sz="2200" dirty="0"/>
              <a:t> </a:t>
            </a:r>
            <a:r>
              <a:rPr lang="en-US" altLang="en-GB" sz="2200" dirty="0" err="1"/>
              <a:t>tự</a:t>
            </a:r>
            <a:r>
              <a:rPr lang="en-US" altLang="en-GB" sz="2200" dirty="0"/>
              <a:t> </a:t>
            </a:r>
            <a:r>
              <a:rPr lang="en-US" altLang="en-GB" sz="2200" dirty="0" err="1"/>
              <a:t>nhiên</a:t>
            </a:r>
            <a:endParaRPr lang="en-US" altLang="en-GB" sz="2200" dirty="0"/>
          </a:p>
          <a:p>
            <a:r>
              <a:rPr lang="en-US" altLang="en-GB" sz="2200" dirty="0" err="1"/>
              <a:t>Truy</a:t>
            </a:r>
            <a:r>
              <a:rPr lang="en-US" altLang="en-GB" sz="2200" dirty="0"/>
              <a:t> </a:t>
            </a:r>
            <a:r>
              <a:rPr lang="en-US" altLang="en-GB" sz="2200" dirty="0" err="1"/>
              <a:t>vấn</a:t>
            </a:r>
            <a:r>
              <a:rPr lang="en-US" altLang="en-GB" sz="2200" dirty="0"/>
              <a:t> </a:t>
            </a:r>
            <a:r>
              <a:rPr lang="en-US" altLang="en-GB" sz="2200" dirty="0" err="1"/>
              <a:t>thống</a:t>
            </a:r>
            <a:r>
              <a:rPr lang="en-US" altLang="en-GB" sz="2200" dirty="0"/>
              <a:t> </a:t>
            </a:r>
            <a:r>
              <a:rPr lang="en-US" altLang="en-GB" sz="2200" dirty="0" err="1"/>
              <a:t>kê</a:t>
            </a:r>
            <a:r>
              <a:rPr lang="en-US" altLang="en-GB" sz="2200" dirty="0"/>
              <a:t> </a:t>
            </a:r>
            <a:r>
              <a:rPr lang="en-US" altLang="en-GB" sz="2200" dirty="0" err="1"/>
              <a:t>nhanh</a:t>
            </a:r>
            <a:endParaRPr lang="en-US" altLang="en-GB" sz="2200" dirty="0"/>
          </a:p>
          <a:p>
            <a:r>
              <a:rPr lang="en-US" altLang="en-GB" sz="2200" dirty="0" err="1"/>
              <a:t>Trợ</a:t>
            </a:r>
            <a:r>
              <a:rPr lang="en-US" altLang="en-GB" sz="2200" dirty="0"/>
              <a:t> </a:t>
            </a:r>
            <a:r>
              <a:rPr lang="en-US" altLang="en-GB" sz="2200" dirty="0" err="1"/>
              <a:t>lý</a:t>
            </a:r>
            <a:r>
              <a:rPr lang="en-US" altLang="en-GB" sz="2200" dirty="0"/>
              <a:t> </a:t>
            </a:r>
            <a:r>
              <a:rPr lang="en-US" altLang="en-GB" sz="2200" dirty="0" err="1"/>
              <a:t>tài</a:t>
            </a:r>
            <a:r>
              <a:rPr lang="en-US" altLang="en-GB" sz="2200" dirty="0"/>
              <a:t> </a:t>
            </a:r>
            <a:r>
              <a:rPr lang="en-US" altLang="en-GB" sz="2200" dirty="0" err="1"/>
              <a:t>chính</a:t>
            </a:r>
            <a:r>
              <a:rPr lang="en-US" altLang="en-GB" sz="2200" dirty="0"/>
              <a:t> </a:t>
            </a:r>
            <a:r>
              <a:rPr lang="en-US" altLang="en-GB" sz="2200" dirty="0" err="1"/>
              <a:t>cá</a:t>
            </a:r>
            <a:r>
              <a:rPr lang="en-US" altLang="en-GB" sz="2200" dirty="0"/>
              <a:t> </a:t>
            </a:r>
            <a:r>
              <a:rPr lang="en-US" altLang="en-GB" sz="2200" dirty="0" err="1"/>
              <a:t>nhân</a:t>
            </a:r>
            <a:endParaRPr lang="en-US" altLang="en-GB" sz="2200" dirty="0"/>
          </a:p>
        </p:txBody>
      </p:sp>
      <p:pic>
        <p:nvPicPr>
          <p:cNvPr id="6146" name="Picture 1">
            <a:extLst>
              <a:ext uri="{FF2B5EF4-FFF2-40B4-BE49-F238E27FC236}">
                <a16:creationId xmlns:a16="http://schemas.microsoft.com/office/drawing/2014/main" id="{3CE2EE19-0F8A-42E5-A7BA-3247E5267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80" y="3429000"/>
            <a:ext cx="1644013" cy="1675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1">
            <a:extLst>
              <a:ext uri="{FF2B5EF4-FFF2-40B4-BE49-F238E27FC236}">
                <a16:creationId xmlns:a16="http://schemas.microsoft.com/office/drawing/2014/main" id="{D4B05A56-B762-4D3F-9E37-24C7791CB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375" y="1412247"/>
            <a:ext cx="5035108" cy="428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4478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 err="1">
                <a:solidFill>
                  <a:schemeClr val="accent1">
                    <a:lumMod val="75000"/>
                  </a:schemeClr>
                </a:solidFill>
              </a:rPr>
              <a:t>Kết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en-US" b="1" dirty="0" err="1">
                <a:solidFill>
                  <a:schemeClr val="accent1">
                    <a:lumMod val="75000"/>
                  </a:schemeClr>
                </a:solidFill>
              </a:rPr>
              <a:t>luận</a:t>
            </a:r>
            <a:r>
              <a:rPr lang="en-US" altLang="en-US" dirty="0" err="1"/>
              <a:t>&amp;Hướng</a:t>
            </a:r>
            <a:r>
              <a:rPr lang="en-US" altLang="en-US" dirty="0"/>
              <a:t> </a:t>
            </a:r>
            <a:r>
              <a:rPr lang="en-US" altLang="en-US" dirty="0" err="1"/>
              <a:t>phát</a:t>
            </a:r>
            <a:r>
              <a:rPr lang="en-US" altLang="en-US" dirty="0"/>
              <a:t> </a:t>
            </a:r>
            <a:r>
              <a:rPr lang="en-US" altLang="en-US" dirty="0" err="1"/>
              <a:t>triển</a:t>
            </a:r>
            <a:endParaRPr lang="en-US" altLang="en-GB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9120" y="1310646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vi-VN" altLang="en-GB" sz="2200" dirty="0" err="1"/>
              <a:t>Ứng</a:t>
            </a:r>
            <a:r>
              <a:rPr lang="vi-VN" altLang="en-GB" sz="2200" dirty="0"/>
              <a:t> </a:t>
            </a:r>
            <a:r>
              <a:rPr lang="vi-VN" altLang="en-GB" sz="2200" dirty="0" err="1"/>
              <a:t>dụng</a:t>
            </a:r>
            <a:r>
              <a:rPr lang="vi-VN" altLang="en-GB" sz="2200" dirty="0"/>
              <a:t> </a:t>
            </a:r>
            <a:r>
              <a:rPr lang="vi-VN" altLang="en-GB" sz="2200" dirty="0" err="1"/>
              <a:t>quản</a:t>
            </a:r>
            <a:r>
              <a:rPr lang="vi-VN" altLang="en-GB" sz="2200" dirty="0"/>
              <a:t> </a:t>
            </a:r>
            <a:r>
              <a:rPr lang="vi-VN" altLang="en-GB" sz="2200" dirty="0" err="1"/>
              <a:t>lý</a:t>
            </a:r>
            <a:r>
              <a:rPr lang="vi-VN" altLang="en-GB" sz="2200" dirty="0"/>
              <a:t> chi tiêu </a:t>
            </a:r>
            <a:r>
              <a:rPr lang="vi-VN" altLang="en-GB" sz="2200" dirty="0" err="1"/>
              <a:t>cá</a:t>
            </a:r>
            <a:r>
              <a:rPr lang="vi-VN" altLang="en-GB" sz="2200" dirty="0"/>
              <a:t> nhân </a:t>
            </a:r>
            <a:r>
              <a:rPr lang="vi-VN" altLang="en-GB" sz="2200" dirty="0" err="1"/>
              <a:t>đã</a:t>
            </a:r>
            <a:r>
              <a:rPr lang="vi-VN" altLang="en-GB" sz="2200" dirty="0"/>
              <a:t> </a:t>
            </a:r>
            <a:r>
              <a:rPr lang="vi-VN" altLang="en-GB" sz="2200" dirty="0" err="1"/>
              <a:t>được</a:t>
            </a:r>
            <a:r>
              <a:rPr lang="vi-VN" altLang="en-GB" sz="2200" dirty="0"/>
              <a:t> xây </a:t>
            </a:r>
            <a:r>
              <a:rPr lang="vi-VN" altLang="en-GB" sz="2200" dirty="0" err="1"/>
              <a:t>dựng</a:t>
            </a:r>
            <a:r>
              <a:rPr lang="vi-VN" altLang="en-GB" sz="2200" dirty="0"/>
              <a:t> </a:t>
            </a:r>
            <a:r>
              <a:rPr lang="vi-VN" altLang="en-GB" sz="2200" dirty="0" err="1"/>
              <a:t>và</a:t>
            </a:r>
            <a:r>
              <a:rPr lang="vi-VN" altLang="en-GB" sz="2200" dirty="0"/>
              <a:t> </a:t>
            </a:r>
            <a:r>
              <a:rPr lang="vi-VN" altLang="en-GB" sz="2200" dirty="0" err="1"/>
              <a:t>hoạt</a:t>
            </a:r>
            <a:r>
              <a:rPr lang="vi-VN" altLang="en-GB" sz="2200" dirty="0"/>
              <a:t> </a:t>
            </a:r>
            <a:r>
              <a:rPr lang="vi-VN" altLang="en-GB" sz="2200" dirty="0" err="1"/>
              <a:t>động</a:t>
            </a:r>
            <a:r>
              <a:rPr lang="vi-VN" altLang="en-GB" sz="2200" dirty="0"/>
              <a:t> </a:t>
            </a:r>
            <a:r>
              <a:rPr lang="vi-VN" altLang="en-GB" sz="2200" dirty="0" err="1"/>
              <a:t>ổn</a:t>
            </a:r>
            <a:r>
              <a:rPr lang="vi-VN" altLang="en-GB" sz="2200" dirty="0"/>
              <a:t> </a:t>
            </a:r>
            <a:r>
              <a:rPr lang="vi-VN" altLang="en-GB" sz="2200" dirty="0" err="1"/>
              <a:t>định</a:t>
            </a:r>
            <a:r>
              <a:rPr lang="vi-VN" altLang="en-GB" sz="2200" dirty="0"/>
              <a:t>, </a:t>
            </a:r>
            <a:r>
              <a:rPr lang="vi-VN" altLang="en-GB" sz="2200" dirty="0" err="1"/>
              <a:t>đáp</a:t>
            </a:r>
            <a:r>
              <a:rPr lang="vi-VN" altLang="en-GB" sz="2200" dirty="0"/>
              <a:t> </a:t>
            </a:r>
            <a:r>
              <a:rPr lang="vi-VN" altLang="en-GB" sz="2200" dirty="0" err="1"/>
              <a:t>ứng</a:t>
            </a:r>
            <a:r>
              <a:rPr lang="vi-VN" altLang="en-GB" sz="2200" dirty="0"/>
              <a:t> </a:t>
            </a:r>
            <a:r>
              <a:rPr lang="vi-VN" altLang="en-GB" sz="2200" dirty="0" err="1"/>
              <a:t>các</a:t>
            </a:r>
            <a:r>
              <a:rPr lang="vi-VN" altLang="en-GB" sz="2200" dirty="0"/>
              <a:t> yêu </a:t>
            </a:r>
            <a:r>
              <a:rPr lang="vi-VN" altLang="en-GB" sz="2200" dirty="0" err="1"/>
              <a:t>cầu</a:t>
            </a:r>
            <a:r>
              <a:rPr lang="vi-VN" altLang="en-GB" sz="2200" dirty="0"/>
              <a:t> </a:t>
            </a:r>
            <a:r>
              <a:rPr lang="vi-VN" altLang="en-GB" sz="2200" dirty="0" err="1"/>
              <a:t>đề</a:t>
            </a:r>
            <a:r>
              <a:rPr lang="vi-VN" altLang="en-GB" sz="2200" dirty="0"/>
              <a:t> ra ban </a:t>
            </a:r>
            <a:r>
              <a:rPr lang="vi-VN" altLang="en-GB" sz="2200" dirty="0" err="1"/>
              <a:t>đầu</a:t>
            </a:r>
            <a:r>
              <a:rPr lang="vi-VN" altLang="en-GB" sz="2200" dirty="0"/>
              <a:t>.</a:t>
            </a:r>
            <a:endParaRPr lang="en-US" altLang="en-GB" sz="22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GB" sz="2200" dirty="0" err="1"/>
              <a:t>Hệ</a:t>
            </a:r>
            <a:r>
              <a:rPr lang="en-US" altLang="en-GB" sz="2200" dirty="0"/>
              <a:t> </a:t>
            </a:r>
            <a:r>
              <a:rPr lang="en-US" altLang="en-GB" sz="2200" dirty="0" err="1"/>
              <a:t>thống</a:t>
            </a:r>
            <a:r>
              <a:rPr lang="en-US" altLang="en-GB" sz="2200" dirty="0"/>
              <a:t> </a:t>
            </a:r>
            <a:r>
              <a:rPr lang="en-US" altLang="en-GB" sz="2200" dirty="0" err="1"/>
              <a:t>hỗ</a:t>
            </a:r>
            <a:r>
              <a:rPr lang="en-US" altLang="en-GB" sz="2200" dirty="0"/>
              <a:t> </a:t>
            </a:r>
            <a:r>
              <a:rPr lang="en-US" altLang="en-GB" sz="2200" dirty="0" err="1"/>
              <a:t>trợ</a:t>
            </a:r>
            <a:r>
              <a:rPr lang="en-US" altLang="en-GB" sz="2200" dirty="0"/>
              <a:t> </a:t>
            </a:r>
            <a:r>
              <a:rPr lang="en-US" altLang="en-GB" sz="2200" dirty="0" err="1"/>
              <a:t>ghi</a:t>
            </a:r>
            <a:r>
              <a:rPr lang="en-US" altLang="en-GB" sz="2200" dirty="0"/>
              <a:t> </a:t>
            </a:r>
            <a:r>
              <a:rPr lang="en-US" altLang="en-GB" sz="2200" dirty="0" err="1"/>
              <a:t>nhận</a:t>
            </a:r>
            <a:r>
              <a:rPr lang="en-US" altLang="en-GB" sz="2200" dirty="0"/>
              <a:t>, </a:t>
            </a:r>
            <a:r>
              <a:rPr lang="en-US" altLang="en-GB" sz="2200" dirty="0" err="1"/>
              <a:t>quản</a:t>
            </a:r>
            <a:r>
              <a:rPr lang="en-US" altLang="en-GB" sz="2200" dirty="0"/>
              <a:t> </a:t>
            </a:r>
            <a:r>
              <a:rPr lang="en-US" altLang="en-GB" sz="2200" dirty="0" err="1"/>
              <a:t>lý</a:t>
            </a:r>
            <a:r>
              <a:rPr lang="en-US" altLang="en-GB" sz="2200" dirty="0"/>
              <a:t> </a:t>
            </a:r>
            <a:r>
              <a:rPr lang="en-US" altLang="en-GB" sz="2200" dirty="0" err="1"/>
              <a:t>và</a:t>
            </a:r>
            <a:r>
              <a:rPr lang="en-US" altLang="en-GB" sz="2200" dirty="0"/>
              <a:t> </a:t>
            </a:r>
            <a:r>
              <a:rPr lang="en-US" altLang="en-GB" sz="2200" dirty="0" err="1"/>
              <a:t>thống</a:t>
            </a:r>
            <a:r>
              <a:rPr lang="en-US" altLang="en-GB" sz="2200" dirty="0"/>
              <a:t> </a:t>
            </a:r>
            <a:r>
              <a:rPr lang="en-US" altLang="en-GB" sz="2200" dirty="0" err="1"/>
              <a:t>kê</a:t>
            </a:r>
            <a:r>
              <a:rPr lang="en-US" altLang="en-GB" sz="2200" dirty="0"/>
              <a:t> </a:t>
            </a:r>
            <a:r>
              <a:rPr lang="en-US" altLang="en-GB" sz="2200" dirty="0" err="1"/>
              <a:t>thu</a:t>
            </a:r>
            <a:r>
              <a:rPr lang="en-US" altLang="en-GB" sz="2200" dirty="0"/>
              <a:t> – chi </a:t>
            </a:r>
            <a:r>
              <a:rPr lang="en-US" altLang="en-GB" sz="2200" dirty="0" err="1"/>
              <a:t>một</a:t>
            </a:r>
            <a:r>
              <a:rPr lang="en-US" altLang="en-GB" sz="2200" dirty="0"/>
              <a:t> </a:t>
            </a:r>
            <a:r>
              <a:rPr lang="en-US" altLang="en-GB" sz="2200" dirty="0" err="1"/>
              <a:t>cách</a:t>
            </a:r>
            <a:r>
              <a:rPr lang="en-US" altLang="en-GB" sz="2200" dirty="0"/>
              <a:t> </a:t>
            </a:r>
            <a:r>
              <a:rPr lang="en-US" altLang="en-GB" sz="2200" dirty="0" err="1"/>
              <a:t>trực</a:t>
            </a:r>
            <a:r>
              <a:rPr lang="en-US" altLang="en-GB" sz="2200" dirty="0"/>
              <a:t> </a:t>
            </a:r>
            <a:r>
              <a:rPr lang="en-US" altLang="en-GB" sz="2200" dirty="0" err="1"/>
              <a:t>quan</a:t>
            </a:r>
            <a:r>
              <a:rPr lang="en-US" altLang="en-GB" sz="2200" dirty="0"/>
              <a:t> </a:t>
            </a:r>
            <a:r>
              <a:rPr lang="en-US" altLang="en-GB" sz="2200" dirty="0" err="1"/>
              <a:t>và</a:t>
            </a:r>
            <a:r>
              <a:rPr lang="en-US" altLang="en-GB" sz="2200" dirty="0"/>
              <a:t> </a:t>
            </a:r>
            <a:r>
              <a:rPr lang="en-US" altLang="en-GB" sz="2200" dirty="0" err="1"/>
              <a:t>hiệu</a:t>
            </a:r>
            <a:r>
              <a:rPr lang="en-US" altLang="en-GB" sz="2200" dirty="0"/>
              <a:t> </a:t>
            </a:r>
            <a:r>
              <a:rPr lang="en-US" altLang="en-GB" sz="2200" dirty="0" err="1"/>
              <a:t>quả</a:t>
            </a:r>
            <a:r>
              <a:rPr lang="en-US" altLang="en-GB" sz="22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vi-VN" altLang="en-GB" sz="2200" dirty="0"/>
              <a:t>Giao </a:t>
            </a:r>
            <a:r>
              <a:rPr lang="vi-VN" altLang="en-GB" sz="2200" dirty="0" err="1"/>
              <a:t>diện</a:t>
            </a:r>
            <a:r>
              <a:rPr lang="vi-VN" altLang="en-GB" sz="2200" dirty="0"/>
              <a:t> </a:t>
            </a:r>
            <a:r>
              <a:rPr lang="vi-VN" altLang="en-GB" sz="2200" dirty="0" err="1"/>
              <a:t>được</a:t>
            </a:r>
            <a:r>
              <a:rPr lang="vi-VN" altLang="en-GB" sz="2200" dirty="0"/>
              <a:t> </a:t>
            </a:r>
            <a:r>
              <a:rPr lang="vi-VN" altLang="en-GB" sz="2200" dirty="0" err="1"/>
              <a:t>thiết</a:t>
            </a:r>
            <a:r>
              <a:rPr lang="vi-VN" altLang="en-GB" sz="2200" dirty="0"/>
              <a:t> </a:t>
            </a:r>
            <a:r>
              <a:rPr lang="vi-VN" altLang="en-GB" sz="2200" dirty="0" err="1"/>
              <a:t>kế</a:t>
            </a:r>
            <a:r>
              <a:rPr lang="vi-VN" altLang="en-GB" sz="2200" dirty="0"/>
              <a:t> thân </a:t>
            </a:r>
            <a:r>
              <a:rPr lang="vi-VN" altLang="en-GB" sz="2200" dirty="0" err="1"/>
              <a:t>thiện</a:t>
            </a:r>
            <a:r>
              <a:rPr lang="vi-VN" altLang="en-GB" sz="2200" dirty="0"/>
              <a:t>, </a:t>
            </a:r>
            <a:r>
              <a:rPr lang="vi-VN" altLang="en-GB" sz="2200" dirty="0" err="1"/>
              <a:t>dễ</a:t>
            </a:r>
            <a:r>
              <a:rPr lang="vi-VN" altLang="en-GB" sz="2200" dirty="0"/>
              <a:t> </a:t>
            </a:r>
            <a:r>
              <a:rPr lang="vi-VN" altLang="en-GB" sz="2200" dirty="0" err="1"/>
              <a:t>sử</a:t>
            </a:r>
            <a:r>
              <a:rPr lang="vi-VN" altLang="en-GB" sz="2200" dirty="0"/>
              <a:t> </a:t>
            </a:r>
            <a:r>
              <a:rPr lang="vi-VN" altLang="en-GB" sz="2200" dirty="0" err="1"/>
              <a:t>dụng</a:t>
            </a:r>
            <a:r>
              <a:rPr lang="vi-VN" altLang="en-GB" sz="2200" dirty="0"/>
              <a:t>, </a:t>
            </a:r>
            <a:r>
              <a:rPr lang="vi-VN" altLang="en-GB" sz="2200" dirty="0" err="1"/>
              <a:t>phù</a:t>
            </a:r>
            <a:r>
              <a:rPr lang="vi-VN" altLang="en-GB" sz="2200" dirty="0"/>
              <a:t> </a:t>
            </a:r>
            <a:r>
              <a:rPr lang="vi-VN" altLang="en-GB" sz="2200" dirty="0" err="1"/>
              <a:t>hợp</a:t>
            </a:r>
            <a:r>
              <a:rPr lang="vi-VN" altLang="en-GB" sz="2200" dirty="0"/>
              <a:t> </a:t>
            </a:r>
            <a:r>
              <a:rPr lang="vi-VN" altLang="en-GB" sz="2200" dirty="0" err="1"/>
              <a:t>với</a:t>
            </a:r>
            <a:r>
              <a:rPr lang="vi-VN" altLang="en-GB" sz="2200" dirty="0"/>
              <a:t> </a:t>
            </a:r>
            <a:r>
              <a:rPr lang="vi-VN" altLang="en-GB" sz="2200" dirty="0" err="1"/>
              <a:t>người</a:t>
            </a:r>
            <a:r>
              <a:rPr lang="vi-VN" altLang="en-GB" sz="2200" dirty="0"/>
              <a:t> </a:t>
            </a:r>
            <a:r>
              <a:rPr lang="vi-VN" altLang="en-GB" sz="2200" dirty="0" err="1"/>
              <a:t>dùng</a:t>
            </a:r>
            <a:r>
              <a:rPr lang="vi-VN" altLang="en-GB" sz="2200" dirty="0"/>
              <a:t> </a:t>
            </a:r>
            <a:r>
              <a:rPr lang="vi-VN" altLang="en-GB" sz="2200" dirty="0" err="1"/>
              <a:t>phổ</a:t>
            </a:r>
            <a:r>
              <a:rPr lang="vi-VN" altLang="en-GB" sz="2200" dirty="0"/>
              <a:t> thông.</a:t>
            </a:r>
            <a:endParaRPr lang="en-US" altLang="en-GB" sz="2200" dirty="0"/>
          </a:p>
          <a:p>
            <a:pPr marL="0" indent="0">
              <a:buNone/>
            </a:pPr>
            <a:r>
              <a:rPr lang="vi-VN" sz="2200" b="1" dirty="0" err="1"/>
              <a:t>Hướng</a:t>
            </a:r>
            <a:r>
              <a:rPr lang="vi-VN" sz="2200" b="1" dirty="0"/>
              <a:t> </a:t>
            </a:r>
            <a:r>
              <a:rPr lang="vi-VN" sz="2200" b="1" dirty="0" err="1"/>
              <a:t>phát</a:t>
            </a:r>
            <a:r>
              <a:rPr lang="vi-VN" sz="2200" b="1" dirty="0"/>
              <a:t> </a:t>
            </a:r>
            <a:r>
              <a:rPr lang="vi-VN" sz="2200" b="1" dirty="0" err="1"/>
              <a:t>triển</a:t>
            </a:r>
            <a:r>
              <a:rPr lang="vi-VN" sz="22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200" dirty="0" err="1"/>
              <a:t>Mở</a:t>
            </a:r>
            <a:r>
              <a:rPr lang="vi-VN" sz="2200" dirty="0"/>
              <a:t> </a:t>
            </a:r>
            <a:r>
              <a:rPr lang="vi-VN" sz="2200" dirty="0" err="1"/>
              <a:t>rộng</a:t>
            </a:r>
            <a:r>
              <a:rPr lang="vi-VN" sz="2200" dirty="0"/>
              <a:t> </a:t>
            </a:r>
            <a:r>
              <a:rPr lang="vi-VN" sz="2200" dirty="0" err="1"/>
              <a:t>chức</a:t>
            </a:r>
            <a:r>
              <a:rPr lang="vi-VN" sz="2200" dirty="0"/>
              <a:t> năng </a:t>
            </a:r>
            <a:r>
              <a:rPr lang="vi-VN" sz="2200" dirty="0" err="1"/>
              <a:t>kết</a:t>
            </a:r>
            <a:r>
              <a:rPr lang="vi-VN" sz="2200" dirty="0"/>
              <a:t> nối ngân </a:t>
            </a:r>
            <a:r>
              <a:rPr lang="vi-VN" sz="2200" dirty="0" err="1"/>
              <a:t>hàng</a:t>
            </a:r>
            <a:r>
              <a:rPr lang="vi-VN" sz="2200" dirty="0"/>
              <a:t> </a:t>
            </a:r>
            <a:r>
              <a:rPr lang="vi-VN" sz="2200" dirty="0" err="1"/>
              <a:t>hoặc</a:t>
            </a:r>
            <a:r>
              <a:rPr lang="vi-VN" sz="2200" dirty="0"/>
              <a:t> </a:t>
            </a:r>
            <a:r>
              <a:rPr lang="vi-VN" sz="2200" dirty="0" err="1"/>
              <a:t>ví</a:t>
            </a:r>
            <a:r>
              <a:rPr lang="vi-VN" sz="2200" dirty="0"/>
              <a:t> </a:t>
            </a:r>
            <a:r>
              <a:rPr lang="vi-VN" sz="2200" dirty="0" err="1"/>
              <a:t>điện</a:t>
            </a:r>
            <a:r>
              <a:rPr lang="vi-VN" sz="2200" dirty="0"/>
              <a:t> </a:t>
            </a:r>
            <a:r>
              <a:rPr lang="vi-VN" sz="2200" dirty="0" err="1"/>
              <a:t>tử</a:t>
            </a:r>
            <a:r>
              <a:rPr lang="vi-VN" sz="2200" dirty="0"/>
              <a:t> </a:t>
            </a:r>
            <a:r>
              <a:rPr lang="en-US" sz="2200" dirty="0" err="1"/>
              <a:t>để</a:t>
            </a:r>
            <a:r>
              <a:rPr lang="en-US" sz="2200" dirty="0"/>
              <a:t> </a:t>
            </a:r>
            <a:r>
              <a:rPr lang="vi-VN" sz="2200" dirty="0" err="1"/>
              <a:t>tự</a:t>
            </a:r>
            <a:r>
              <a:rPr lang="vi-VN" sz="2200" dirty="0"/>
              <a:t> </a:t>
            </a:r>
            <a:r>
              <a:rPr lang="vi-VN" sz="2200" dirty="0" err="1"/>
              <a:t>động</a:t>
            </a:r>
            <a:r>
              <a:rPr lang="vi-VN" sz="2200" dirty="0"/>
              <a:t> </a:t>
            </a:r>
            <a:r>
              <a:rPr lang="vi-VN" sz="2200" dirty="0" err="1"/>
              <a:t>đồng</a:t>
            </a:r>
            <a:r>
              <a:rPr lang="vi-VN" sz="2200" dirty="0"/>
              <a:t> </a:t>
            </a:r>
            <a:r>
              <a:rPr lang="vi-VN" sz="2200" dirty="0" err="1"/>
              <a:t>bộ</a:t>
            </a:r>
            <a:r>
              <a:rPr lang="vi-VN" sz="2200" dirty="0"/>
              <a:t> </a:t>
            </a:r>
            <a:r>
              <a:rPr lang="vi-VN" sz="2200" dirty="0" err="1"/>
              <a:t>dữ</a:t>
            </a:r>
            <a:r>
              <a:rPr lang="en-US" sz="2200" dirty="0"/>
              <a:t> </a:t>
            </a:r>
            <a:r>
              <a:rPr lang="en-US" sz="2200" dirty="0" err="1"/>
              <a:t>liệu</a:t>
            </a:r>
            <a:r>
              <a:rPr lang="vi-VN" sz="2200" dirty="0"/>
              <a:t>, </a:t>
            </a:r>
            <a:r>
              <a:rPr lang="vi-VN" sz="2200" dirty="0" err="1"/>
              <a:t>giảm</a:t>
            </a:r>
            <a:r>
              <a:rPr lang="vi-VN" sz="2200" dirty="0"/>
              <a:t> thao </a:t>
            </a:r>
            <a:r>
              <a:rPr lang="vi-VN" sz="2200" dirty="0" err="1"/>
              <a:t>tác</a:t>
            </a:r>
            <a:r>
              <a:rPr lang="vi-VN" sz="2200" dirty="0"/>
              <a:t> </a:t>
            </a:r>
            <a:r>
              <a:rPr lang="vi-VN" sz="2200" dirty="0" err="1"/>
              <a:t>nhập</a:t>
            </a:r>
            <a:r>
              <a:rPr lang="vi-VN" sz="2200" dirty="0"/>
              <a:t> tay cho </a:t>
            </a:r>
            <a:r>
              <a:rPr lang="vi-VN" sz="2200" dirty="0" err="1"/>
              <a:t>người</a:t>
            </a:r>
            <a:r>
              <a:rPr lang="vi-VN" sz="2200" dirty="0"/>
              <a:t> dung</a:t>
            </a:r>
            <a:r>
              <a:rPr lang="en-US" sz="2200" dirty="0"/>
              <a:t>.</a:t>
            </a:r>
            <a:endParaRPr lang="vi-VN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vi-VN" sz="2200" dirty="0" err="1"/>
              <a:t>Phát</a:t>
            </a:r>
            <a:r>
              <a:rPr lang="vi-VN" sz="2200" dirty="0"/>
              <a:t> </a:t>
            </a:r>
            <a:r>
              <a:rPr lang="vi-VN" sz="2200" dirty="0" err="1"/>
              <a:t>triển</a:t>
            </a:r>
            <a:r>
              <a:rPr lang="vi-VN" sz="2200" dirty="0"/>
              <a:t> </a:t>
            </a:r>
            <a:r>
              <a:rPr lang="vi-VN" sz="2200" dirty="0" err="1"/>
              <a:t>ứng</a:t>
            </a:r>
            <a:r>
              <a:rPr lang="vi-VN" sz="2200" dirty="0"/>
              <a:t> </a:t>
            </a:r>
            <a:r>
              <a:rPr lang="vi-VN" sz="2200" dirty="0" err="1"/>
              <a:t>dụng</a:t>
            </a:r>
            <a:r>
              <a:rPr lang="vi-VN" sz="2200" dirty="0"/>
              <a:t> trên </a:t>
            </a:r>
            <a:r>
              <a:rPr lang="vi-VN" sz="2200" dirty="0" err="1"/>
              <a:t>nền</a:t>
            </a:r>
            <a:r>
              <a:rPr lang="vi-VN" sz="2200" dirty="0"/>
              <a:t> </a:t>
            </a:r>
            <a:r>
              <a:rPr lang="vi-VN" sz="2200" dirty="0" err="1"/>
              <a:t>tảng</a:t>
            </a:r>
            <a:r>
              <a:rPr lang="vi-VN" sz="2200" dirty="0"/>
              <a:t> di </a:t>
            </a:r>
            <a:r>
              <a:rPr lang="vi-VN" sz="2200" dirty="0" err="1"/>
              <a:t>động</a:t>
            </a:r>
            <a:r>
              <a:rPr lang="vi-VN" sz="2200" dirty="0"/>
              <a:t> </a:t>
            </a:r>
            <a:r>
              <a:rPr lang="vi-VN" sz="2200" dirty="0" err="1"/>
              <a:t>nhằm</a:t>
            </a:r>
            <a:r>
              <a:rPr lang="vi-VN" sz="2200" dirty="0"/>
              <a:t> tăng </a:t>
            </a:r>
            <a:r>
              <a:rPr lang="vi-VN" sz="2200" dirty="0" err="1"/>
              <a:t>tính</a:t>
            </a:r>
            <a:r>
              <a:rPr lang="vi-VN" sz="2200" dirty="0"/>
              <a:t> </a:t>
            </a:r>
            <a:r>
              <a:rPr lang="vi-VN" sz="2200" dirty="0" err="1"/>
              <a:t>tiện</a:t>
            </a:r>
            <a:r>
              <a:rPr lang="vi-VN" sz="2200" dirty="0"/>
              <a:t> </a:t>
            </a:r>
            <a:r>
              <a:rPr lang="vi-VN" sz="2200" dirty="0" err="1"/>
              <a:t>lợi</a:t>
            </a:r>
            <a:r>
              <a:rPr lang="vi-VN" sz="2200" dirty="0"/>
              <a:t> cho </a:t>
            </a:r>
            <a:r>
              <a:rPr lang="vi-VN" sz="2200" dirty="0" err="1"/>
              <a:t>người</a:t>
            </a:r>
            <a:r>
              <a:rPr lang="vi-VN" sz="2200" dirty="0"/>
              <a:t> </a:t>
            </a:r>
            <a:r>
              <a:rPr lang="vi-VN" sz="2200" dirty="0" err="1"/>
              <a:t>dùng</a:t>
            </a:r>
            <a:r>
              <a:rPr lang="vi-VN" sz="2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sz="2200" dirty="0"/>
              <a:t>Nâng cao </a:t>
            </a:r>
            <a:r>
              <a:rPr lang="vi-VN" sz="2200" dirty="0" err="1"/>
              <a:t>khả</a:t>
            </a:r>
            <a:r>
              <a:rPr lang="vi-VN" sz="2200" dirty="0"/>
              <a:t> năng phân </a:t>
            </a:r>
            <a:r>
              <a:rPr lang="vi-VN" sz="2200" dirty="0" err="1"/>
              <a:t>tích</a:t>
            </a:r>
            <a:r>
              <a:rPr lang="vi-VN" sz="2200" dirty="0"/>
              <a:t> AI</a:t>
            </a:r>
            <a:r>
              <a:rPr lang="en-US" sz="2200" dirty="0"/>
              <a:t>.</a:t>
            </a:r>
            <a:endParaRPr lang="vi-VN" sz="2200" dirty="0"/>
          </a:p>
          <a:p>
            <a:pPr marL="0" indent="0">
              <a:buNone/>
            </a:pPr>
            <a:endParaRPr lang="en-US" altLang="en-GB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1310640"/>
            <a:ext cx="850392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vi-VN" sz="40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vi-VN" sz="4000" b="1" dirty="0" err="1">
                <a:solidFill>
                  <a:srgbClr val="FF0000"/>
                </a:solidFill>
              </a:rPr>
              <a:t>Cảm</a:t>
            </a:r>
            <a:r>
              <a:rPr lang="vi-VN" sz="4000" b="1" dirty="0">
                <a:solidFill>
                  <a:srgbClr val="FF0000"/>
                </a:solidFill>
              </a:rPr>
              <a:t> ơn </a:t>
            </a:r>
            <a:r>
              <a:rPr lang="vi-VN" sz="4000" b="1" dirty="0" err="1">
                <a:solidFill>
                  <a:srgbClr val="FF0000"/>
                </a:solidFill>
              </a:rPr>
              <a:t>thầy</a:t>
            </a:r>
            <a:endParaRPr lang="vi-VN" sz="40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vi-VN" sz="4000" b="1" dirty="0">
                <a:solidFill>
                  <a:srgbClr val="FF0000"/>
                </a:solidFill>
              </a:rPr>
              <a:t>đã lắng nghe bài </a:t>
            </a:r>
            <a:r>
              <a:rPr lang="vi-VN" sz="4000" b="1" dirty="0" err="1">
                <a:solidFill>
                  <a:srgbClr val="FF0000"/>
                </a:solidFill>
              </a:rPr>
              <a:t>thuyết</a:t>
            </a:r>
            <a:r>
              <a:rPr lang="vi-VN" sz="4000" b="1" dirty="0">
                <a:solidFill>
                  <a:srgbClr val="FF0000"/>
                </a:solidFill>
              </a:rPr>
              <a:t> </a:t>
            </a:r>
            <a:r>
              <a:rPr lang="vi-VN" sz="4000" b="1" dirty="0" err="1">
                <a:solidFill>
                  <a:srgbClr val="FF0000"/>
                </a:solidFill>
              </a:rPr>
              <a:t>trình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47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1621</TotalTime>
  <Words>719</Words>
  <Application>Microsoft Office PowerPoint</Application>
  <PresentationFormat>On-screen Show (4:3)</PresentationFormat>
  <Paragraphs>65</Paragraphs>
  <Slides>12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Office Theme</vt:lpstr>
      <vt:lpstr>ĐỒ ÁN CHUYÊN NGÀNH</vt:lpstr>
      <vt:lpstr>Lý do chọn đề tài</vt:lpstr>
      <vt:lpstr>Mục tiêu&amp; Phạm vi đề tài</vt:lpstr>
      <vt:lpstr>Công nghệ sử dụng</vt:lpstr>
      <vt:lpstr>Kiến trúc hệ thống</vt:lpstr>
      <vt:lpstr>Các chức năng chính</vt:lpstr>
      <vt:lpstr>Use case tổng quan</vt:lpstr>
      <vt:lpstr>Thiết kế cơ sở dữ liệu</vt:lpstr>
      <vt:lpstr>Các giao diện chính</vt:lpstr>
      <vt:lpstr>Chatbot AI</vt:lpstr>
      <vt:lpstr>Kết luận&amp;Hướng phát triển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QUẢN LÝ DỰ ÁN PHẦN MỀM</dc:title>
  <dc:subject/>
  <dc:creator>Khac Quoc</dc:creator>
  <cp:keywords/>
  <dc:description>generated using python-pptx</dc:description>
  <cp:lastModifiedBy>Ha ni</cp:lastModifiedBy>
  <cp:revision>68</cp:revision>
  <dcterms:created xsi:type="dcterms:W3CDTF">2013-01-27T09:14:16Z</dcterms:created>
  <dcterms:modified xsi:type="dcterms:W3CDTF">2026-01-05T12:27:31Z</dcterms:modified>
  <cp:category/>
</cp:coreProperties>
</file>